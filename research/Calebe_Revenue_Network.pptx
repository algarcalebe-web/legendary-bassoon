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</p:sldIdLst>
  <p:notesMasterIdLst>
    <p:notesMasterId r:id="rId1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6eaec898-f79f-2180-aa52-ec0e6c83f921}">
          <p14:sldIdLst>
            <p14:sldId id="256"/>
            <p14:sldId id="257"/>
            <p14:sldId id="258"/>
            <p14:sldId id="259"/>
          </p14:sldIdLst>
        </p14:section>
        <p14:section name="Sprints" id="{f95a44bd-25ce-f5b9-1258-ce65bab98b5f}">
          <p14:sldIdLst>
            <p14:sldId id="260"/>
            <p14:sldId id="261"/>
            <p14:sldId id="262"/>
          </p14:sldIdLst>
        </p14:section>
        <p14:section name="First 14 days" id="{95265519-c57a-b0f7-4d5d-db45c76da2f3}">
          <p14:sldIdLst>
            <p14:sldId id="263"/>
            <p14:sldId id="264"/>
          </p14:sldIdLst>
        </p14:section>
        <p14:section name="Sprint 1" id="{5d2ed107-811f-2d94-2646-1cb1f482deed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Sprint 2" id="{a40a384b-8316-0196-e53d-5f75e6c20e8b}">
          <p14:sldIdLst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</p14:sldIdLst>
        </p14:section>
        <p14:section name="Sprint 3" id="{a074b258-cdfe-6a3a-f8f5-60ef1e0cc85a}">
          <p14:sldIdLst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</p14:sldIdLst>
        </p14:section>
        <p14:section name="Sprint 4" id="{a62023d3-c2b9-df36-9a0f-afa3f3b75d7b}">
          <p14:sldIdLst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</p14:sldIdLst>
        </p14:section>
        <p14:section name="Sprint 5" id="{3c737501-cd64-04cc-5cde-74e54e441a57}">
          <p14:sldIdLst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</p14:sldIdLst>
        </p14:section>
        <p14:section name="Control" id="{c4c4a76a-9215-4023-11fa-40f66502c4a0}">
          <p14:sldIdLst>
            <p14:sldId id="376"/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notesMaster" Target="notesMasters/notesMaster1.xml"/><Relationship Id="rId132" Type="http://schemas.openxmlformats.org/officeDocument/2006/relationships/presProps" Target="presProps.xml"/><Relationship Id="rId133" Type="http://schemas.openxmlformats.org/officeDocument/2006/relationships/viewProps" Target="viewProps.xml"/><Relationship Id="rId134" Type="http://schemas.openxmlformats.org/officeDocument/2006/relationships/theme" Target="theme/theme1.xml"/><Relationship Id="rId1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1109441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11094415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LIST">
    <p:bg>
      <p:bgPr>
        <a:solidFill>
          <a:srgbClr val="142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600200"/>
            <a:ext cx="11094415" cy="4846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REA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Calebe Garcia · Revenue Network · Oct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Calebe Garcia · Revenue Network · Oct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11094415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Network: Sprints, Layers and Pitches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11094415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43 revenue streams wired as a 5-layer network; each sprint is a set that runs in sync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Each layer feeds the next with cash, insight, IP and audience; gate results re-weight hours and capital every month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Calebe Garcia · October 2026 · US$10k/month net is the floor, not the target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architecture: five layers, each feeding the next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 · Input layer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Signal and cash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Senior pricing PJ contract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48640" y="2020824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Pricing practice (+Deneffe)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441448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Async reviews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862072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Expert calls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282696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Paid research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3703320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Senior contracting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123944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Fixed-fee studio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4544568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EU grant teardowns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660904" y="3520440"/>
            <a:ext cx="92126" cy="411480"/>
          </a:xfrm>
          <a:prstGeom prst="rightArrow">
            <a:avLst/>
          </a:prstGeom>
          <a:solidFill>
            <a:srgbClr val="C9D8D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807894" y="10972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2 · Hidden layer 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807894" y="1325880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Encode into IP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807894" y="1600200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AI pricing toolkit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807894" y="2020824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Model templates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807894" y="2441448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AI spend FP&amp;A kit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807894" y="2862072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Pro-firm pricing kit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807894" y="3282696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AI ROI kit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807894" y="3703320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AIX valuation overlay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807894" y="4123944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Green premium kit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807894" y="4544568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Tax reform kit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807894" y="4965192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Automation templates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807894" y="5385816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Pricing Lab calculators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920158" y="3520440"/>
            <a:ext cx="92126" cy="411480"/>
          </a:xfrm>
          <a:prstGeom prst="rightArrow">
            <a:avLst/>
          </a:prstGeom>
          <a:solidFill>
            <a:srgbClr val="C9D8D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067148" y="10972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3 · Hidden layer 2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067148" y="1325880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Amplify distribution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67148" y="1600200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YouTube channel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67148" y="2020824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Course library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067148" y="2441448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Calculator sites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067148" y="2862072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Framework licensing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067148" y="3282696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Course affiliate hub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067148" y="3703320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LatAm finance jobs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67148" y="4123944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Hiring cost desk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067148" y="4544568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AI for LatAm SMEs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067148" y="4965192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EU AI literacy kit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179412" y="3520440"/>
            <a:ext cx="92126" cy="411480"/>
          </a:xfrm>
          <a:prstGeom prst="rightArrow">
            <a:avLst/>
          </a:prstGeom>
          <a:solidFill>
            <a:srgbClr val="C9D8D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326401" y="10972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4 · Output layer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26401" y="1325880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Convert trust into high-ticket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326401" y="1600200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Fractional pricing lead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326401" y="2020824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VC scout desk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326401" y="2441448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Expert matching desk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326401" y="2862072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SC export desk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326401" y="3282696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CBAM/EUDR data packs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326401" y="3703320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Lei do Bem advisory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326401" y="4123944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Finance AI automation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9438665" y="3520440"/>
            <a:ext cx="92126" cy="411480"/>
          </a:xfrm>
          <a:prstGeom prst="rightArrow">
            <a:avLst/>
          </a:prstGeom>
          <a:solidFill>
            <a:srgbClr val="C9D8D2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585655" y="109728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5 · Scale layer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9585655" y="1325880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Compound with capital and team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585655" y="1600200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Pricing research shop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9585655" y="2020824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Data products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9585655" y="2441448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Shopify landed-cost app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9585655" y="2862072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White-label back office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9585655" y="3282696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Ad-fed model desk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9585655" y="3703320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Talent bridge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9585655" y="4123944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Carbon brokerage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9585655" y="4544568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Micro-site flipping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9585655" y="4965192"/>
            <a:ext cx="2057400" cy="356616"/>
          </a:xfrm>
          <a:prstGeom prst="roundRect">
            <a:avLst>
              <a:gd name="adj" fmla="val 1538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Print-on-demand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548640" y="6035040"/>
            <a:ext cx="11094415" cy="292608"/>
          </a:xfrm>
          <a:prstGeom prst="leftArrow">
            <a:avLst/>
          </a:prstGeom>
          <a:solidFill>
            <a:srgbClr val="F1DCD5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1097280" y="6053328"/>
            <a:ext cx="9997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Feedback: monthly gate results move hours and capital back toward the streams that work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 like a neural network: inputs, weights, activation, feedback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89304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2344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Inputs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429000" y="1216152"/>
            <a:ext cx="8214055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0" y="1252728"/>
            <a:ext cx="7756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Layer 1 turns expertise into cash and signal: what buyers ask, what they pay, which cases convert.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139696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0848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Hidden layers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29000" y="2066544"/>
            <a:ext cx="8214055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0" y="2103120"/>
            <a:ext cx="7756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Layer 2 encodes that signal into IP; layer 3 amplifies it through channels and partners.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990088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93522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Weights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429000" y="2916936"/>
            <a:ext cx="8214055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57600" y="2953512"/>
            <a:ext cx="7756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Your 40 hours and the growth fund (30% of every net dollar) are the weights. Each stream gets an explicit allocation.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78561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Activation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3429000" y="3767328"/>
            <a:ext cx="8214055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57600" y="3803904"/>
            <a:ext cx="7756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stream switches on only when its sprint trigger is met and a paid pilot or pre-sale proves demand.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4690872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63600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Feedback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3429000" y="4617720"/>
            <a:ext cx="8214055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57600" y="4654296"/>
            <a:ext cx="7756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month, compare each stream with its gate: scale winners, hold the unclear, kill losers, and move their hours and capital.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5541264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54864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Output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3429000" y="5468112"/>
            <a:ext cx="8214055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657600" y="5504688"/>
            <a:ext cx="7756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Layer 4 converts trust into retainers and success fees; layer 5 compounds with capital, data and a small team.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lands, and the uncomfortable part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 10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774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Base case clears US$10k net (Aug 2027)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83280" y="128016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1880" y="1463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$14.6k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3774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Base net/month at month 12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463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$28.5k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3774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Base at month 24 (strong $64.8k)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052560" y="128016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81160" y="1463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24 mo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23774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Conservative: $8.9k at month 24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611880"/>
            <a:ext cx="110944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Each sprint is a set of streams that run in sync.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Hours do not simply add up: one piece of work feeds several streams at once. A client engagement becomes a teardown post, a template, a course module and a data point for the index; one model serves the review, the kit and the licence. The feedback gates then decide which streams keep their share of time.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55645F"/>
                </a:solidFill>
              </a:rPr>
              <a:t>Figures come from the 13-stream stack plan (assumption-based, 25% overlap cut), which included two travel streams now excluded: treat them as an upper reference until gates produce real numbers.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timeline: thick bar = build sprint, thin bar = keeps running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Sprint 1 · Signal and cash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45F"/>
                </a:solidFill>
              </a:rPr>
              <a:t>8 streams · Weeks 0-6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474720" y="1307592"/>
            <a:ext cx="510521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3985241" y="1453896"/>
            <a:ext cx="7657814" cy="91440"/>
          </a:xfrm>
          <a:prstGeom prst="rect">
            <a:avLst/>
          </a:prstGeom>
          <a:solidFill>
            <a:srgbClr val="0D6655">
              <a:alpha val="40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74720" y="1737360"/>
            <a:ext cx="81683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Trigger: Start now. Each stream risks at most a few hundred dollars.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2219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Sprint 2 · Encode into IP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5877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45F"/>
                </a:solidFill>
              </a:rPr>
              <a:t>10 streams · Weeks 4-16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815067" y="2295144"/>
            <a:ext cx="1021042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</p:sp>
      <p:sp>
        <p:nvSpPr>
          <p:cNvPr id="11" name="Shape 9"/>
          <p:cNvSpPr/>
          <p:nvPr/>
        </p:nvSpPr>
        <p:spPr>
          <a:xfrm>
            <a:off x="4836109" y="2441448"/>
            <a:ext cx="6806946" cy="91440"/>
          </a:xfrm>
          <a:prstGeom prst="rect">
            <a:avLst/>
          </a:prstGeom>
          <a:solidFill>
            <a:srgbClr val="5CC2A8">
              <a:alpha val="4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15067" y="2724912"/>
            <a:ext cx="78279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Trigger: Opens once layer 1 has brought in its first US$1k; paid from the growth fund.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0954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5"/>
                </a:solidFill>
              </a:rPr>
              <a:t>Sprint 3 · Amplify distribution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7530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45F"/>
                </a:solidFill>
              </a:rPr>
              <a:t>9 streams · Months 3-9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495762" y="3282696"/>
            <a:ext cx="2042084" cy="384048"/>
          </a:xfrm>
          <a:prstGeom prst="roundRect">
            <a:avLst>
              <a:gd name="adj" fmla="val 14286"/>
            </a:avLst>
          </a:prstGeom>
          <a:solidFill>
            <a:schemeClr val="accent5"/>
          </a:solidFill>
          <a:ln/>
        </p:spPr>
      </p:sp>
      <p:sp>
        <p:nvSpPr>
          <p:cNvPr id="16" name="Shape 14"/>
          <p:cNvSpPr/>
          <p:nvPr/>
        </p:nvSpPr>
        <p:spPr>
          <a:xfrm>
            <a:off x="6537846" y="3429000"/>
            <a:ext cx="5105210" cy="91440"/>
          </a:xfrm>
          <a:prstGeom prst="rect">
            <a:avLst/>
          </a:prstGeom>
          <a:solidFill>
            <a:srgbClr val="2F4A43">
              <a:alpha val="40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495762" y="3712464"/>
            <a:ext cx="714729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Trigger: Opens when net income is US$2k+/month for 2 months.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1970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Sprint 4 · Convert trust into high-ticket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5628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45F"/>
                </a:solidFill>
              </a:rPr>
              <a:t>7 streams · Months 6-15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516804" y="4270248"/>
            <a:ext cx="3063126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/>
        </p:spPr>
      </p:sp>
      <p:sp>
        <p:nvSpPr>
          <p:cNvPr id="21" name="Shape 19"/>
          <p:cNvSpPr/>
          <p:nvPr/>
        </p:nvSpPr>
        <p:spPr>
          <a:xfrm>
            <a:off x="8579930" y="4416552"/>
            <a:ext cx="3063126" cy="91440"/>
          </a:xfrm>
          <a:prstGeom prst="rect">
            <a:avLst/>
          </a:prstGeom>
          <a:solidFill>
            <a:srgbClr val="8A5A00">
              <a:alpha val="40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516804" y="4700016"/>
            <a:ext cx="61262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Trigger: Opens when net income is US$5k+/month and the growth fund holds US$3k+.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1846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6"/>
                </a:solidFill>
              </a:rPr>
              <a:t>Sprint 5 · Compound with capital and team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5504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45F"/>
                </a:solidFill>
              </a:rPr>
              <a:t>9 streams · Months 12-24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558888" y="5257800"/>
            <a:ext cx="4084168" cy="384048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</p:sp>
      <p:sp>
        <p:nvSpPr>
          <p:cNvPr id="26" name="Shape 24"/>
          <p:cNvSpPr/>
          <p:nvPr/>
        </p:nvSpPr>
        <p:spPr>
          <a:xfrm>
            <a:off x="11643055" y="5404104"/>
            <a:ext cx="0" cy="91440"/>
          </a:xfrm>
          <a:prstGeom prst="rect">
            <a:avLst/>
          </a:prstGeom>
          <a:solidFill>
            <a:srgbClr val="B84A2E">
              <a:alpha val="40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558888" y="5687568"/>
            <a:ext cx="4084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Trigger: Opens when net income clears US$10k/month for 3 months and the growth fund holds US$10k+.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200400" y="61722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221442" y="61722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242484" y="61722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M6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263526" y="61722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M9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284568" y="61722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M12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326651" y="61722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M18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11368735" y="61722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M24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layer consumes and produces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566160"/>
                <a:gridCol w="3749040"/>
                <a:gridCol w="1033272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at risk (sum)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Signal and cash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expertise, network and time; no capital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USD, buyer questions, case studies, pricing data, first 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$2.1k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Encode into IP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Repeated client questions, models built for clients, teardown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Templates, kits and toolkits; free tools that capture emails; credibility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$4.1k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Amplify distribution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 and IP from layer 2; content from layer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 at scale, email list, partner and marketplace channels, referral income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$6.4k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Convert trust into high-ticket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Inbound trust from layers 2-3, case studies, network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Retainers, success fees, deal flow, the US$10k floor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$7.6k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Compound with capital and team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fund, data from every layer,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and software assets, team-delivered services, capital gains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$15.3k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45F"/>
                </a:solidFill>
              </a:rPr>
              <a:t>Capital at risk = start cost + 3 months of running costs, summed over all streams in the layer if every one launched.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organic capital is built and spent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53312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12801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Bank it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566160" y="1261872"/>
            <a:ext cx="8076895" cy="804672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794760" y="1307592"/>
            <a:ext cx="7619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client payment lands in Wise USD/EUR. Pay yourself a fixed draw; the rest is surplus.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340864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26771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Split it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566160" y="2249424"/>
            <a:ext cx="8076895" cy="804672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94760" y="2295144"/>
            <a:ext cx="7619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30% of net profit goes to the growth fund, 10% to tax reserve; keep 6 months of personal costs untouched.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3328416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325526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Prove it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566160" y="3236976"/>
            <a:ext cx="8076895" cy="804672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794760" y="3282696"/>
            <a:ext cx="7619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Before spending, pre-sell: a paid pilot, a waitlist with deposits, or 3 signed buyers.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4315968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42428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Spend it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566160" y="4224528"/>
            <a:ext cx="8076895" cy="804672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794760" y="4270248"/>
            <a:ext cx="7619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Fund only the next sprint's streams; cap any single bet at 25% of the fund.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53035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417320" y="523036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Judge it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566160" y="5212080"/>
            <a:ext cx="8076895" cy="804672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794760" y="5257800"/>
            <a:ext cx="7619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stream has a dated kill/hold/scale gate. Killed streams return their hours and budget to the network.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14 days: week 1 (input layer, payment gates first)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544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89888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1 · Mon 12 Oct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64208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Wise USD/EUR. Open Lemon Squeezy and Polar; run a US$1 test buy on each to prove payout to Wise from Brazil. Rename LinkedIn. Set F5Bot alerts on pricing keywords.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542032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81635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651760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2 · Tue 13 Oct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926080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Apply to GLG, AlphaSights, Guidepoint and Third Bridge with 3 topic tags. Read the Mercor contract for conflict clauses first. Create the Respondent profile.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803904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078224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913632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3 · Wed 14 Oct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4187952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async-reviews page on Carrd with Lemon Squeezy checkout: Review US$490/US$990, Model US$590, Raise-Ready US$790, +50% rush. Write the Tally intake form.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5065776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340096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517550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4 · Thu 15 Oct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5449824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Publish LinkedIn teardown #1 (credit-margin math on a public AI pricing page). DM 20 seed-Series B AI founders: 3 founding Diagnostic slots.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33008" y="1280160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15888" y="15544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47408" y="1389888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5 · Fri 16 Oct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47408" y="1664208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free AI Burn Check in Google Sheets and gate it with a Kit page. Draft the post 'How to budget AI spend for 2027'.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33008" y="2542032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15888" y="281635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47408" y="2651760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6 · Sat 17 Oct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147408" y="2926080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pro-firm-pricing Client Margin Audit tab (margin per client, below-floor flag, suggested fee) and the 3-email price-increase sequence.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33008" y="3803904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15888" y="4078224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147408" y="3913632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7 · Sun 18 Oct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147408" y="4187952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Rest half day. Review F5Bot hits. Answer 5 threads in r/SaaS or Indie Hackers with real margin math and no links.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14 days: week 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544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89888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8 · Mon 19 Oct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64208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Quick Calc credit-margin calculator in Sheets. List the 'Credit Design' founding Sprint at US$2,500 (3 seats, then US$4,500). Publish teardown #2.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542032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81635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651760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9 · Tue 20 Oct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926080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ai-spend-fpa Core template and price it on Lemon Squeezy. Post the Burn Check on LinkedIn and in 3 subreddit threads found by F5Bot.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803904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078224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913632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10 · Wed 21 Oct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4187952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Add the AI-fee FAQ and call script to pro-firm-pricing. Build the Carrd page: Solo US$49, Firm US$149. List 30 US/UK bookkeeping or CPA firm owners.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5065776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340096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5175504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11 · Thu 22 Oct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5449824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Send 15 async-reviews offers: a free 3-bullet critique of the prospect's pricing page, then the US$490 offer. Follow up the day-4 Diagnostic notes.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33008" y="1280160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15888" y="155448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47408" y="1389888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12 · Fri 23 Oct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47408" y="1664208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Publish LinkedIn teardown #3. Start the AI Pricing Index sheet (date, product, plan, price, unit, credit value) with 20 products.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33008" y="2542032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15888" y="281635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13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47408" y="2651760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13 · Sat 24 Oct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147408" y="2926080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Finish the pro-firm-pricing kit. Email the 30-firm list on Monday. Soft-launch the ai-spend-fpa template to the Kit list. Log every sale and call in one CRM.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33008" y="3803904"/>
            <a:ext cx="5410048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15888" y="4078224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147408" y="3913632"/>
            <a:ext cx="431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14 · Sun 25 Oct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147408" y="4187952"/>
            <a:ext cx="431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Weekly gate review: payout test passed, 1+ paid review or Diagnostic deposit, 1+ expert-network invite, Burn Check opt-ins. If payout failed, move checkout to Gumroad or Payhip.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11094415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· Input layer · Signal and cash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11094415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Role: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Lead with the senior pricing PJ contract as the income anchor; run the other expertise streams alongside it. Every engagement produces cash, buyer questions, anonymised cases and market intelligence.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Consumes: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Your expertise, network and time; no capital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Produces: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First USD, buyer questions, case studies, pricing data, first audience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Trigger: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Start now. Each stream risks at most a few hundred dollars. (Weeks 0-6)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8 streams, run in sync: Senior pricing PJ contract · Pricing practice (+Deneffe) · Async reviews · Expert calls · Paid research · Senior contracting · Fixed-fee studio · EU grant teardowns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at a glance: launch in this order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6126480"/>
                <a:gridCol w="868680"/>
                <a:gridCol w="1280160"/>
                <a:gridCol w="777240"/>
                <a:gridCol w="777240"/>
                <a:gridCol w="8503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 (original playbook name)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risk $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cash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pricing / monetisation or GTM-finance full-time PJ contract with a US SaaS or AI company (via Deel/Remote, US$11.5k+ gross/month)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3-4 months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Calebe Garcia Pricing: a named LinkedIn pricing practice selling a written Pricing Diagnostic (US$2,900) and a Pricing Sprint (US$7,900) to seed-Series C B2B SaaS/AI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2-3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Productized async reviews: deck, financial model and pricing page teardowns (US$290-490) with call and subscription upsells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expert-network calls on Brazil B2B pricing, Brazil's tax reform and its effect on pricing, and the contractor side of the AI-training labour market (GLG, AlphaSights, Guidepoint, Third Bridge, Arbolus plus about 8 smaller networks)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4-8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research participation: B2B finance, pricing and AI-buyer profile stacked across UX panels and expert networks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1-3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engine: senior finance, valuation and pricing contracting, raising the rate to US$80-120/h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1-3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Fixed-fee finance deliverables studio (models, sell-side packs, model reviews) on Upwork Project Catalog, Fiverr and Contra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6-8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Async Pricing, Business-Model and Financial-Plan Teardowns for EU Grant Applicants (EIC/Eurostars) and SaaS Founders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2-4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1: how these ideas differ (1/2)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139135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pays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Unmet need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pricing PJ contract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Product, CFO or RevOps head at Series B+ US AI/SaaS firms, after a raise or a launch of credit or usage pricing.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Pricing/Monetization Lead (PJ): Ask US$13-14k/mo; floor US$11.5k gross; GTM/Strategic Finance Manager (PJ): US$11.5-13k/mo gross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 people can tie price to inference cost, design credits and set deal-desk rules. Consultancies leave after the project; a US hire is costly.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 practice (+Deneffe)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Founders, CROs and VPs Product at B2B SaaS/AI firms (about US$1-50M ARR) with no pricing owner, often post-funding.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 Page Teardown: US$490 (credited to Diagnostic); Pricing Diagnostic: US$2,900 (founding US$1,500)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credit and usage pricing squeezes gross margin. Big consultancies cost US$100k+ and take months; DIY content is generic.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Async reviews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 founders 0-90 days before a raise; AI/SaaS teams changing pricing; fractional CFOs. Trigger: a dated deadline.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Deck Teardown: US$290; Financial Model Review: US$490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AI tools and US$50-100 gigs read the deck alone. Nobody cheap checks that deck, model and pricing page reconcile, in diligence language and on deadline.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 calls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 networks pay; end users are PE, hedge-fund and consulting teams starting Brazil or LatAm due diligence.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1:1 expert call via network: US$300/h, rising to US$400-500/h; Survey / transcript interview: US$50-150 / US$200-400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Brazil experts are mostly ex-operators of one company, with little pricing or tax-reform view and uneven English.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1: how these ideas differ (2/2)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139135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pays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Unmet need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research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 researchers, funds and consultants whose study screener needs pricing or finance practitioners.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Moderated B2B interview (Respondent.io): US$100-250/h (UNVERIFIED); Expert-network call: US$200/h, then 300, then 400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Researchers cannot find practitioners who designed usage-based pricing; generic panels give finance managers who never touched pricing.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contracting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 to Series B AI/SaaS founders and fractional CFO firms, raising in 60-90 days or moving to usage pricing.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 1: Investor-ready SaaS/AI model: US$900 / US$1,500 / US$2,400; SKU 2: Usage-based pricing teardown: US$1,800 / US$3,500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SaaS templates don't check margin by tier; generalist modellers lack pricing skill; pricing agencies skip US$500-5,000 projects.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Fixed-fee studio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 founders raising US$500k-5M and online-business owners selling. Trigger: investor or diligence request.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 0 Model Health Check: US$300 launch, then US$450; SKU 1 Investor-ready 3-statement model: US$900 / 1,600 / 2,800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 models and AI scaffolds often get dilution and add-backs wrong. Small sellers are too small for QoE firms and fear open-ended hourly bills.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 grant teardowns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Deep-tech founders writing an EIC or Eurostars full application in the 4-8 weeks before a cut-off.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EIC Teardown Basic/Standard/Premium: US$450 / US$600 / US$950; EIC Financial Plan Template Kit: US$149 (US$79 launch)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Engineers are weak on business model and financials. Consultancies charge EUR 5-15k plus a 5-10% success fee.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 Senior pricing / monetisation or GTM-finance full-time PJ contract with a US SaaS or AI company (via Deel/Remote, US$11.5k+ gross/month)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SPRINT 1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Full-time senior pricing and GTM-finance PJ contract for US AI/SaaS firms moving to usage pricing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One person designs the pricing model, margin math and deal-desk rules, working US hours from Brazil. Paid as a monthly USD retainer (US$11.5k+ gross) through Deel or Remote.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VP Product, CFO or RevOps head at Series B+ US AI/SaaS firms, after a raise or a launch of credit or usage pricing.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Few people can tie price to inference cost, design credits and set deal-desk rules. Consultancies leave after the project; a US hire is costly.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your expertise and network; feeds encode into ip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usage and AI-agent pricing at firms using or weighing a usage-billing vendor (Metronome, Orb, Stigg).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US hire and consultancies: about half the year-1 cost, stays to run the model, formal MBA/MFin training.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Monthly retainer: US$13.5k anchor, US$12k senior, US$9k 3-day fractional, US$5k audit; floor US$11.5k.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Moderate-weak: rare skill mix (3/5), cost advantage (3/5), owning the pricing model and deal-desk rules (3/5). No contractual protection.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 about US$24-31k/month versus US$19-24k/month year-1 cost of a US hire; ask is 45-55% of EVC.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saves about US$95-125k/yr vs US hire, no recruiter fee, 2% price realisation on US$30M ARR (US$600k).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Series B-D US$11-15k/month; PE-backed US$10-14k/month; seed fractional US$4-8k/month; EU scaleups EUR 7-10k.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Run for 4 months as the fastest route to the US$10k net floor, but odds are about 25-35% and it uses the full week. Not passive.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 Senior pricing / monetisation or GTM-finance full-time PJ contract with a US SaaS or AI company (via Deel/Remote, US$11.5k+ gross/month)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SPRINT 1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Usage and AI pricing needs rare pricing-plus-margin skills. A US SaaS PJ contract hits the US$11.5k gross floor with one employer.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Set floor (US$11.5k), ask (US$13.5k), walk-away terms. Pull US comps from Levels.fyi and Glassdoor.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D3-5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Confirm ME/Simples CNPJ with a CNAE for consulting via Contabilizei or Agilize. Ask about Fator R and export treatment.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Rewrite LinkedIn for recruiters (UTC-3, usage and AI pricing). Publish proof piece: seat vs credit vs outcome sheet.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list of 80 target companies. Set daily alerts on LinkedIn, Himalayas, Wellfound, We Work Remotely, Google Alerts.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3-10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Apply to 8-10 qualifying roles/week with a 4-sentence note to the hiring manager. Send 5 warm asks/week. Post weekly.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Prepare 30-60-90 plan and case framework. Offer 2-3 targets a 4-week paid pricing audit at US$4-6k as a bridge.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6-14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interview loops: state USD monthly range first. At offer, get USD invoices, client-paid Deel fees, 30-day notice.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1-6 on job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Invoice via Deel/Remote, withdraw to Wise, pay DAS and INSS. Ship one measured win by day 60; ask +10% at month 6.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3-4 months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AI assistant US$20/mo, optional LinkedIn Premium ~US$30-40, accountant ~US$30-65/mo. Wise FX 0.5-1%.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Senior Pricing/Monetization Lead (PJ):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Ask US$13-14k/mo; floor US$11.5k gross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GTM/Strategic Finance Manager (PJ):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US$11.5-13k/mo gross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Fractional pricing lead bridge: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US$6-8k (2d/wk); US$8.5-10k (3d/wk)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$10.0k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$11.3k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140h setup · 40h/wk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Month 4: no final round or only offers under US$9.5k gross = switch to fractional (2-3 days/wk at US$6-10k) plus own practice.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 Calebe Garcia Pricing: a named LinkedIn pricing practice selling a written Pricing Diagnostic (US$2,900) and a Pricing Sprint (US$7,900) to seed-Series C B2B SaaS/AI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SPRINT 1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Named LinkedIn pricing practice selling a written Pricing Diagnostic and Sprint to seed-Series C B2B SaaS/AI.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Ladder: free scorecard, Teardown US$490, Diagnostic US$2,900 (written, 5 days), Sprint US$7,900-9,500, Pricing Desk retainer US$2,500/month. Fixed fees paid upfront by Stripe or invoice.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Founders, CROs and VPs Product at B2B SaaS/AI firms (about US$1-50M ARR) with no pricing owner, often post-funding.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AI credit and usage pricing squeezes gross margin. Big consultancies cost US$100k+ and take months; DIY content is generic.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your expertise and network; feeds encode into ip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AI-margin pricing for AI-native B2B SaaS at seed-Series B: heavy users lose money; here is the fix.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Simon-Kucher and boutiques: 30-50x cheaper, 5-day written answer, finance-grade margin per usage unit.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Fixed-fee ladder by ARR band and scope; credits between steps; raise 15-20% after every 3 closed deals.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Pricing-page database, personal brand, finance method and VC referral channel (each 3/5). Switching costs are moderate to low.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 about US$135-285k in year 1 for a US$5M ARR firm; Diagnostic captures 1-2% (CALC, assumed uplift).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1-5% ARR uplift (US$50-250k), AI add-on margin to 60-75% target, US$150k ARR x 5x = US$750k EV.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 (assumed): Series A US$2,900-4,500 Diagnostic; Series B-C US$12-25k Sprint; seed US$490 Teardown.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GO as a service engine; base about US$7k/month net at month 12, 20-25% odds of US$10k alone. Risk: zero SaaS case studies at start.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 Calebe Garcia Pricing: a named LinkedIn pricing practice selling a written Pricing Diagnostic (US$2,900) and a Pricing Sprint (US$7,900) to seed-Series C B2B SaaS/AI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SPRINT 1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Best credential fit: a named LinkedIn practice selling written pricing work to SaaS/AI teams, priced as US$2,900-7,900 projects.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Pick the practice name and promise; rewrite the LinkedIn profile around the written Pricing Diagnostic in 5 days.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D2-3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a one-page Carrd site with 3 fixed-price offers, a Tally intake form and a Stripe Payment Link per offer.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D3-5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free 25-check Pricing Page Scorecard (Kit gate) and a 100-page teardown database. Write 12 posts ahead.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Publish 3 posts a week plus 1 Friday teardown; comment 8-10 times daily. Pre-sell 3 founding Diagnostics at US$1,500.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2-3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Diagnostic memo template and billing-export sheet. Deliver founding clients; get named testimonials.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the biweekly "Price Signals" newsletter. Set full prices; set up Stripe USD/EUR invoicing and Wise payouts.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Sprint kit (WTP survey, price model, packaging matrix). Pitch the US$6,000 Clinic to 15 VC/accelerator leads.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3-6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the US$2,500/mo Pricing Desk at Sprint handoff; sell a US$79 teardown PDF; hire a part-time Brazilian analyst.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2-3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Carrd, domain and one month of Claude Pro; everything else is free tier. LinkedIn Premium and Taplio can wait.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Pricing Page Teardown: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US$490 (credited to Diagnostic)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Pricing Diagnostic: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US$2,900 (founding US$1,500)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Pricing Sprint: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US$7,900 (US$9,500 Series B-C)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$1.2k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$7.0k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$11.5k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45h setup · 15h/wk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Day 90: kill or pivot if under 2 paid Diagnostics, under 10 qualified inbound talks and median impressions under 1,500. Scale at 3+ Diagnostics/mo twice.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 practice pivot: build it with Deneffe Consulting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Instead of building the pricing practice alone, build it with Dan Deneffe (deneffeconsulting.com), your mentor and former Harvard and MBA professor, as two experts. He brings a proven method and senior credibility; you bring AI and usage-based pricing, a content engine, LatAm reach and fixed-scope delivery. Fixed-scope offers run on his methods and feed full engagements that he leads. Test it as a 90-day, non-exclusive pilot before formalising.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70408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2377440"/>
                <a:gridCol w="11887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offer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(illustrative)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does what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 Diagnostic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US$2,900-5,000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Calebe delivers on Deneffe method; Dan reviews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WTP and willingness-to-buy study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US$7,900-15,000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designs; Calebe runs fieldwork, analysis,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for price and forecast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Pricing, bidding or defence engagement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US$25,000-60,000+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 leads; Calebe on AI pricing, models, LatAm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Deneffe work, more of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Toolkit, course, licences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US$199-2,500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Co-branded; built once by Calebe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Earns without hours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2194560"/>
            <a:ext cx="3824935" cy="4023360"/>
          </a:xfrm>
          <a:prstGeom prst="roundRect">
            <a:avLst>
              <a:gd name="adj" fmla="val 191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46720" y="2331720"/>
            <a:ext cx="33677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HIS GAPS → WHAT CLOSES THEM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2651760"/>
            <a:ext cx="3367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Revenue capped at one calendar: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Fixed-scope Diagnostic and Study tiers that use few of Dan's hours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Clients arrive by referral only: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Co-branded teardowns, index and report bring in leads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AI pricing is the fastest-growing pricing problem: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Calebe's AI/usage-pricing work, on top of Dan's method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No Latin America presence: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Brazil tax-reform re-pricing; PT/ES network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The method earns only when Dan works: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Licensed toolkit, course and studies earn without his hours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25780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5645F"/>
                </a:solidFill>
              </a:rPr>
              <a:t>Illustrative year one: 12 Diagnostics at about US$3.5k, 4 studies at US$12k, 2 engagements at US$40k, US$10k of licences = about US$184k joint revenue for about 184 of Dan's hours. Assumptions only; the pilot replaces them with real numbers.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 practice pivot: terms and the 90-day pilot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 of the fee to whoever brings the client, taken off the top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 split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Remainder by role per offer, e.g. Diagnostic 80/20 (Calebe/Dan), Study 50/50, Engagement 30/70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Dan's methods stay his and are licensed to joint offers; Calebe's tools stay his; jointly built products are co-owned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'Deneffe Consulting with Calebe Garcia'; Dan approves anything published under his 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Non-exclusive; either side can stop at day 90 with no obligation beyond signed client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355080" y="132588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995160" y="11887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Weeks 1-2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995160" y="146304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Agree terms and a one-page IP note; scope the Diagnostic and the study using Dan's method; one co-branded offer page with booking link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355080" y="23774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995160" y="2240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Weeks 3-6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995160" y="2514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Teardown content under both names; warm outreach to Dan's past clients and Calebe's AI-SaaS and LatAm network; first Diagnostics delivered, Dan reviews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355080" y="34290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995160" y="32918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Weeks 7-12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995160" y="356616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Sell the first study; publish an AI-pricing case; day-90 review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55080" y="4434840"/>
            <a:ext cx="5287975" cy="1783080"/>
          </a:xfrm>
          <a:prstGeom prst="roundRect">
            <a:avLst>
              <a:gd name="adj" fmla="val 4103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37960" y="4526280"/>
            <a:ext cx="49222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Success bar: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Day 90: 3+ paid Diagnostics, 1 study signed, 1 full engagement in qualified pipeline, under 15 h/month of Dan's time. Hit it: formalise and scale. Miss it: stop, or keep only referrals.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Network role: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strengthens the input layer: Dan's credibility lifts conversion and price points for every downstream layer.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 Productized async reviews: deck, financial model and pricing page teardowns (US$290-490) with call and subscription upsells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SPRINT 1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Fixed-fee async reviews of deck, financial model and pricing page for SaaS and AI founders, delivered by Loom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Deck Teardown US$290, Model Review US$590, Pricing Review US$490-990, Raise-Ready Pack US$790, in 72 hours. Free checklist feeds upsells: call, re-review, US$390/mo Founder Desk.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Seed founders 0-90 days before a raise; AI/SaaS teams changing pricing; fractional CFOs. Trigger: a dated deadline.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Free AI tools and US$50-100 gigs read the deck alone. Nobody cheap checks that deck, model and pricing page reconcile, in diligence language and on deadline.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your expertise and network; feeds encode into ip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Pricing Review for AI/SaaS teams with US$200k-5M ARR moving to usage or credits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Cross-checks deck, model and pricing together versus free AI, Upwork US$250-550 audits and Caycon US$299/999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Fixed fee fenced by ARR and speed: US$490 under US$1M ARR, US$990 above; +50% for 48h rush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Weak: credentials and benchmark data each score 3 of 5; AI-matchable process scores 1. Objection Logs and Founder Desk add switching costs.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 about US$3k-9k for pricing reviews; deck review US$300-450 on hard value, up to about US$2k with runway effect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3% ARPU lift on US$1M ARR = US$30k/yr; 8-20 hours saved; model integrity before diligence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pre-seed US$150-350; seed/A US$490-1,000; AI/SaaS pricing US$750-2,500; accelerators US$150-250 per review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Build as an active cash stream: US$3-6k/month at months 6-12. Main risks: time-for-money cap and free AI deck tools bundling it.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 Productized async reviews: deck, financial model and pricing page teardowns (US$290-490) with call and subscription upsells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SPRINT 1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Combined finance + pricing reviews with LBO/DCF and usage-pricing credentials sit in a thin band between free AI and US$250-550 audits.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Write the 3 SKUs: scope, deliverables, turnaround, exclusions (no redesign, no model build, no investment advice).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QA checklists (deck 40 items, model 35 items, pricing). Create Carrd landing page with sample Loom and prices.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Set up Lemon Squeezy (5% + US$0.50) or Stripe checkout. Build Tally intake form with Make/Zapier to Notion.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D4-5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Write AI first-pass prompts as internal pre-reads only. Build 'Investor Objection Checklist' and 4-email Kit sequence.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5 founding reviews at US$145 (50% off) for testimonials. Answer 3-5 Reddit/IH threads daily with no link.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 2 LinkedIn teardowns/week. Contact 20 accelerators: cohort pack of 10 reviews for US$2,400 prepaid.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List Deck and Model reviews on Upwork Project Catalog at US$290/490. Build Kit post-delivery automation.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5-8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Founder Desk (US$390/mo) and Raise-Ready Pack (US$690). Launch BR edition in Portuguese with ACATE/Sebrae talk.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$58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1-2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Buys Claude Pro US$20, Loom ~US$15, Workspace ~US$7, domain/Carrd. Kit, Tally, Make, F5Bot run on free tiers.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Deck Teardown: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US$290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Financial Model Review: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US$490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Pricing Page and Packaging Review: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US$390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$1.4k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$4.3k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$5.5k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35h setup · 12h/wk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Kill/pivot at day 90 if &lt;5 full-price orders after 300 touches and 12 posts. First pivot: drop deck reviews, keep model and pricing reviews.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Paid expert-network calls on Brazil B2B pricing, Brazil's tax reform and its effect on pricing, and the contractor side of the AI-training labour market (GLG, AlphaSights, Guidepoint, Third Bridge, Arbolus plus about 8 smaller networks)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SPRINT 1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Paid expert-network calls on Brazil B2B pricing, CBS/IBS tax reform and AI-training labour, for investors.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Calebe takes paid calls via GLG, AlphaSights, Guidepoint, Third Bridge and others at US$300/h, rising to US$400-500/h. Follow-ups, transcripts and surveys add income; direct Sprint US$2,500-4,500.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Expert networks pay; end users are PE, hedge-fund and consulting teams starting Brazil or LatAm due diligence.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Brazil experts are mostly ex-operators of one company, with little pricing or tax-reform view and uneven English.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your expertise and network; feeds encode into ip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how Brazil's CBS/IBS tax reform changes B2B pricing in 2026-2027; AI-training angle in parallel.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ex-company operators and Big 4 tax: cross-company pricing view in DCF/LBO terms, English, NY hours.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Hourly per network: US$300, US$400 after 10 good calls, US$500 niche; direct Lite US$2,500, Sprint US$4,500.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Rating history and rebooking (3/5), rare topic mix (3/5). Time-zone and language fit are 1/5; networks are not exclusive.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 about US$2,500-3,000 per call to the client vs about US$1,200 network price; he captures 10-15% (CALC).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one call replaces about 2 narrower calls (US$1,200 saved), no interpreter (US$100-200/h).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 (assumed): networks US$250-450/h; transcripts US$200-400; direct US$2,500-7,500 per sprint.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Do it, capped at 5 h/week; base about US$1.4k/month at M6, US$3k at M24. Main risk: compliance with his Mercor contractor relationship.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Paid expert-network calls on Brazil B2B pricing, Brazil's tax reform and its effect on pricing, and the contractor side of the AI-training labour market (GLG, AlphaSights, Guidepoint, Third Bridge, Arbolus plus about 8 smaller networks)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SPRINT 1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Networks struggle to staff fluent-English Brazil experts; near-zero setup and US$200-280 net per call on pricing and tax-reform topics.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Write a master expert bio in EN/PT/ES with 12 topics under 3 angles; rewrite the LinkedIn headline and About.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D2-3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Register with GLG, AlphaSights, Guidepoint, Third Bridge, Arbolus; set US$300/h (floor US$250) and a Wise USD payout.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D4-5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Register with 7 smaller networks (Dialectica, Coleman, Atheneum, AlphaSense, Office Hours and 2 more); set Gmail filter.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Write 10 screening-answer snippets. Send 25 LinkedIn requests to network recruiters. Publish a CBS/IBS pricing article.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Reply to every invite within 30 minutes in business hours; accept surveys paying US$50+; write 3 angle cheat sheets.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Join transcript libraries and survey panels. Ask an online accountant about a single-member LTDA on Simples Nacional.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3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After 10 calls, raise to US$375 on big networks; post a general-topic LinkedIn note every 2 weeks.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4-6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Package the US$4,500 Diligence Sprint for self-sourced leads; drop idle networks; raise rates where conversion is 40%+.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4-8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Pushover US$5 one-time; all other tools are free. Accountant (about US$27-55/mo) only once a PJ is opened.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1:1 expert call via network: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US$300/h, rising to US$400-500/h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Survey / transcript interview: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US$50-150 / US$200-400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Direct Brazil Pricing Diligence Sprint: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US$4,500 (lite US$2,500)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$700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$2.2k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$3.0k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22h setup · 5h/wk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Month 4: drop to 1 h/week if under 2 calls/mo and under 6 invites/mo. Scale at 6+ calls/mo for 2 months: raise rates 15-25%.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 Paid research participation: B2B finance, pricing and AI-buyer profile stacked across UX panels and expert networks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SPRINT 1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Paid research interviews and expert calls on SaaS pricing, finance, AI buying and Brazil.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Calebe takes moderated B2B interviews at US$100-250/h (Respondent, User Interviews) and expert-network calls at US$200-400/h, after unmoderated tests build ratings. Income is per session or per hour.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SaaS researchers, funds and consultants whose study screener needs pricing or finance practitioners.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Researchers cannot find practitioners who designed usage-based pricing; generic panels give finance managers who never touched pricing.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your expertise and network; feeds encode into ip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expert networks plus Respondent around one topic: usage-based and AI pricing in B2B SaaS, incl. LATAM.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generic panelists and ex-insiders: cross-vendor pricing depth, EN/PT/ES, already verified and bookable.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Hourly on networks (200, 300, then 400 USD/h); per-session incentive set by the researcher on panels.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Scarce profile of pricing, finance, AI and Brazil (3/5); ratings and associate relationships (2/5). No contracts or exclusivity.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 about US$795 per moderated interview vs about US$530 reference cost; he captures 15-30% (CALC).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about 1.5x insight per session (US$265), avoids 20% no-show loss (US$106), covers 2-3 market cells.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US$100-250 per interview; expert payout US$200-500/h; unmoderated tests US$10-60 per test.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Worth doing as support: US$1-2k/month net at months 6-12, US$4-5.5k upside. Risk: few US-panel studies may be open to Brazil.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 Paid research participation: B2B finance, pricing and AI-buyer profile stacked across UX panels and expert networks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SPRINT 1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Calebe fits five rare B2B screener buckets and works in UTC-3; USD cash can start in week 2 for under 5 h/week.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Wise (USD details) and PayPal. Write a canonical profile doc: true titles, dates, company sizes, tools used.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Rewrite LinkedIn headline and About around pricing, FP&amp;A, M&amp;A, Brazil/LATAM keywords; list Mercor work as AI training.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2-3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Fully complete Respondent.io and User Interviews profiles, with weekday availability 10:00-19:00 BRT.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Apply to 11 expert networks (GLG, AlphaSights, Guidepoint, Third Bridge, Arbolus and 6 more) at US$200/h.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4-5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Sign up for UserTesting, Userlytics, Trymata, TestingTime, dscout, Wynter, Prolific; log Brazil eligibility.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Set Gmail alert filters to Telegram via Make and Espanso screener snippets.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2-3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Screen twice daily (09:00, 17:00 BRT); run 3-5 UserTesting tests; take vetting calls, exclude Mercor confidential info.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1-3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 weekly on LinkedIn; drop platforms under US$25/h; raise expert rate to US$300 after 5 calls; Day 90 checkpoint.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1-3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About US$50 for a wired headset if needed; all platforms and tools are free. LinkedIn Premium is optional.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Moderated B2B interview (Respondent.io):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US$100-250/h (UNVERIFIED)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Expert-network call: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US$200/h, then 300, then 400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User Interviews session / paid survey: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US$50-200 / US$30-150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$550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$1.5k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$1.8k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16h setup · 5h/wk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Day 90: downgrade to expert networks at 1 h/week if net under US$300/mo and effective pay under US$40/h. Scale at 2+ expert calls/mo.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 Hours engine: senior finance, valuation and pricing contracting, raising the rate to US$80-120/h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SPRINT 1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Fixed-price AI pricing and finance modelling projects plus retainers for seed to Series B AI/SaaS founders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Catalog SKUs from US$490 to US$4,500 (margin check, pricing project, investor model, LBO), then US$2,000-3,000/month retainers. Hourly only as an entry rung.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Seed to Series B AI/SaaS founders and fractional CFO firms, raising in 60-90 days or moving to usage pricing.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Free SaaS templates don't check margin by tier; generalist modellers lack pricing skill; pricing agencies skip US$500-5,000 projects.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your expertise and network; feeds encode into ip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US$490 'AI margin check' (72h) for seed to Series A firms on usage pricing, credited to the pricing project.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DIY templates and generalist freelancers: pricing plus MBA/MFin modelling, fixed price, New York hours.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Fixed price per deliverable, scaled by complexity; retainer US$2,000 (10h) or US$3,000 (20h); rush +35%.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Moderate: niche positioning (3/5), Upwork reputation (3/5), partner network (3/5), Brazil cost base (3/5). Weak lock-in.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Pricing teardown EVC about US$24,000 on a US$1M ARR company; the US$1,800 listed price captured under 10%.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3 margin points (US$30,000/yr), 5% price uplift (US$50,000 ARR), 40-60 founder hours saved.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founders US$900-2,000 model; pricing US$3,000-6,000; retainer US$2,400-3,500/month; LBO US$2,500-4,000.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Viable anchor, not passive. Base about US$6,200/month; can clear US$10k only with 4 retainers. Risk: AI copilots commoditise basic models.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 Hours engine: senior finance, valuation and pricing contracting, raising the rate to US$80-120/h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SPRINT 1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Few freelancers hold MBA, MFin and AI pricing skills. UTC-3 overlaps US hours. Fastest route to USD cash and reviews.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Payoneer and Wise. Book a contador call on invoicing service exports as a PJ.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1-3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Write positioning brief (AI/SaaS pricing, investor-grade models). Build 3 portfolio pieces from public data.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3-4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Upwork profile (US$65/h) and 3 Project Catalog listings for SKUs 1-3. Add Contra, Braintrust, Catalant profiles.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5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Apply to Toptal Finance. Create expert profiles on GLG, AlphaSights, Guidepoint and Third Bridge.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Send 3 Upwork proposals/day (120 words, jobs under 6h old). Message 40 warm contacts at launch prices US$700/US$1,200.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Email 30 fractional CFO and boutique M&amp;A firms a white-label offer. Fill idle hours with Alignerr/Handshake, 8h/wk max.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After 3 five-star reviews raise rate to US$80/h, SKUs 15%. End each job with a next-90-days memo pitching the retainer.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4-6+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Rate US$100/h at 8 reviews, 2 retainer conversions, US$120/h via Toptal or expert calls. Hire junior at US$15-25/h.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1-3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Upwork Plus ~US$20/mo, Connects ~US$20-60/mo (US$0.15 each), contador ~US$45-80. Contra Pro optional.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SKU 1: Investor-ready SaaS/AI model: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US$900 / US$1,500 / US$2,400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SKU 2: Usage-based pricing teardown: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US$1,800 / US$3,500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Fractional pricing and FP&amp;A retainer: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US$2,000/mo, rising to US$2,400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$2.6k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$6.2k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$7.5k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35h setup · 20h/wk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Week 6: under 2 contracts and reply rate under 10% after 60 proposals = rewrite profile and pivot keywords. Under 2 wins after 120 = drop Upwork bidding.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 Fixed-fee finance deliverables studio (models, sell-side packs, model reviews) on Upwork Project Catalog, Fiverr and Contra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SPRINT 1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Fixed-fee finance studio: models, sell-side packs, reviews for seed founders and small-business sellers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Fixed-scope SKUs on Upwork, Fiverr and Contra: US$300-450 Health Check, US$900-2,800 models, US$1,800-3,500 CIM packs, and US$350-600/month Model Upkeep retainers.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Seed founders raising US$500k-5M and online-business owners selling. Trigger: investor or diligence request.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Cheap models and AI scaffolds often get dilution and add-backs wrong. Small sellers are too small for QoE firms and fear open-ended hourly bills.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your expertise and network; feeds encode into ip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US$300-450 Model Health Check for seed SaaS founders and Acquire.com/Flippa sellers, fee credited on upgrade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IB-grade QA and judgement versus US$35-350 modellers, DIY AI, fractional CFOs (US$3-8k/month) and brokers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Fixed fee per deliverable, good/better/best; fences: revenue band, speed (rush +40%), revisions, white-label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Soft: reviews, broker relationships and retainers score 3 of 5; master models 2. Clients own their files, so lock-in stays light.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 about US$6,000 for a seed model (SKU 1 US$1,600 is about 27%); seller pack US$28k+ probability-weighted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add-backs at 3-4x multiple (US$30-40k per US$10k), avoided dilution error (US$50k), 10-20 hours saved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pre-seed US$300-900; seed US$1,200-3,000; sellers US$1,500-5,000; brokers US$600-1,200 per pack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Go as a cash stream: about US$5k/month net by month 12, US$7.5k by month 24. Main risk: free Copilot and Claude models commoditise basics.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 Fixed-fee finance deliverables studio (models, sell-side packs, model reviews) on Upwork Project Catalog, Fiverr and Contra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SPRINT 1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LBO/DCF/CIM skills at IB standard beat generalist modellers (US$35-350) and AI scaffolds in the mid-ticket band.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0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Confirm with a contador: invoice as PF (carne-leao) or open ME in Simples Nacional. Open Wise and Payoneer.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Pick brand, buy domain (~US$12/yr), build Carrd site (US$19/yr). Log 20 live listings each on Upwork, Fiverr, Contra.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1-4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SaaS master model (3 statements, SAFE dilution, unit economics) in Excel. Clone marketplace, DTC, services.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3 watermarked public samples on fictional companies: SaaS model, ecommerce financials + teaser, 12-page CIM-lite.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Write Tally intake, scope docs and QA checklist per SKU. Run an AI-substitute test against your deliverable.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Go live: Contra (0% commission), Fiverr (5 gigs x 3 packages), Upwork (4 Catalog projects). Send 5-8 proposals/day.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6-12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Deliver first 8-10 orders early, ask reviews, track hours in Toggl. Raise to list prices after 5+ reviews per platform.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Month 5-10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Automate intake with Tally + Make (~US$10.59/mo). Add Model Upkeep US$350-600/mo. Hire 1-2 analysts at US$25-40/h.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6-8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Buys domain, Carrd, Microsoft 365, Canva, Claude, Upwork Connects. Contador R$200-500/mo is extra.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SKU 0 Model Health Check: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US$300 launch, then US$450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SKU 1 Investor-ready 3-statement model: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US$900 / 1,600 / 2,800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SKU 3 Teaser + CIM-lite pack: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US$1,800 / US$3,500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$1.1k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$5.0k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$7.5k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110h setup · 18h/wk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Kill/shrink at day 90 live if &lt;3 paid orders, or &lt;US$35/h after fees on last 5 orders, or no US$900+ listing converted. Keep SKU 0 on Contra only.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 Async Pricing, Business-Model and Financial-Plan Teardowns for EU Grant Applicants (EIC/Eurostars) and SaaS Founders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SPRINT 1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Async finance and pricing teardown of EIC and Eurostars grant applications, plus SaaS pricing reviews.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Fixed-price review of business model, unit economics and financial plan in 5-7 days. Tiers US$450/600/950; add-ons: jury drill US$350, second pass US$250. White-label to grant consultancies at EUR 250-450.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Deep-tech founders writing an EIC or Eurostars full application in the 4-8 weeks before a cut-off.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Engineers are weak on business model and financials. Consultancies charge EUR 5-15k plus a 5-10% success fee.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your expertise and network; feeds encode into ip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EIC resubmitters whose negative evaluation flags the business model or financial plan.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consultancies: 10-30x cheaper, no success fee, 5 days, finance specialist rather than generalist.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Fixed packages per proposal at 450/600/950; consultancy route EUR 5-15k shown as anchor; raise after 15 reviews.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Documented client wins (4/5 once available), Fiverr reviews, credentials, white-label partners (each 3/5). Price and speed 1/5.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 about EUR 8-18k; price of US$450-950 captures 3-10% (CALC, assumption-heavy).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+0.5 to 2 pp award odds on EUR 2.5M = EUR 12.5-50k; 15-25 founder hours saved.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 (assumed): US$500-1,500 first attempt, US$600-2,000 resubmitter, US$800-2,500 jury drill and review.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GO as mid-tier, seasonal stream: base about US$2.5k/month by month 6, US$4-5.5k by month 12-24. Risk: unknown demand on Fiverr/Upwork.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 Async Pricing, Business-Model and Financial-Plan Teardowns for EU Grant Applicants (EIC/Eurostars) and SaaS Founders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SPRINT 1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EIC/Eurostars applicants are engineers weak on pricing and financial plans; async teardowns beat EUR 5-15k consultants and need little setup.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Read the EIC Work Programme, full-application guide and evaluation criteria; do the same for Eurostars.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2-3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12-criterion RAG scorecard, an 80-comment library and the EIC Financial Plan Template Kit in Sheets.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4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Create 2 anonymised sample teardowns with Loom walkthroughs as portfolio pieces.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Day 5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Publish Fiverr gigs (450/600/950; SaaS 490); set up Upwork profile and Project Catalog with saved-search alerts.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Carrd mini-site, Lemon Squeezy kit page and Tally intake. Schedule 8 LinkedIn posts linking to a free checklist.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2-3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Send 30 DMs offering 3 free beta teardowns for testimonials. Run Gabor-Granger WTP test on 20+ conversations.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Pitch 40 grant consultancies on EUR 350 white-label teardowns. Bid 3-5 Upwork proposals daily; deliver in 3-4 hours.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2-4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the kit at US$79; run cut-off calendar campaigns; run a US$300 LinkedIn ad test; add PT/ES gigs.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2-4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Claude Pro, Loom, Carrd and Upwork Connects. The US$300 LinkedIn ad test is Month 3 and optional.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EIC Teardown Basic/Standard/Premium: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US$450 / US$600 / US$950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EIC Financial Plan Template Kit: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US$149 (US$79 launch)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White-label teardown for consultancies: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EUR 350 each; 10 for EUR 3,000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$1.1k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$4.2k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$5.5k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45h setup · 12h/wk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Month 4: kill or shrink to referral feeder if under 4 paid orders or under US$60/h after fees. Scale at 8+ orders/mo or 2+ white-label partners.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11094415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 · Hidden layer 1 · Encode into IP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11094415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Role: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Turn the questions and models from layer 1 into products that sell without your hours, and lead magnets that feed layer 1 back.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Consumes: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Repeated client questions, models built for clients, teardown data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Produces: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Templates, kits and toolkits; free tools that capture emails; credibility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Trigger: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Opens once layer 1 has brought in its first US$1k; paid from the growth fund. (Weeks 4-16)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10 streams, run in sync: AI pricing toolkit · Model templates · AI spend FP&amp;A kit · Pro-firm pricing kit · AI ROI kit · AIX valuation overlay · Green premium kit · Tax reform kit · Automation templates · Pricing Lab calculators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 at a glance: launch in this order</a:t>
            </a:r>
            <a:endParaRPr 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6126480"/>
                <a:gridCol w="868680"/>
                <a:gridCol w="1280160"/>
                <a:gridCol w="777240"/>
                <a:gridCol w="777240"/>
                <a:gridCol w="8503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 (original playbook name)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risk $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cash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Product Pricing and Unit-Economics Toolkit (models, teardowns, course, fixed-price sprint)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3-4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Finance, valuation and pricing model template library (eFinancialModels + Payhip + Etsy)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3-6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Spend FP&amp;A Kit: budget, forecast and budget-vs-actual template plus course for token and AI-tool spend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AI-era value-pricing kit for professional firms (accountants, small law firms, agencies, consultancies): fee calculators, proposal templates, course, workshops, pricing sprints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3-6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ROI Business Case and Tracking Kit (CFO-grade, vendor-neutral, under US$200)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AIX Overlay: an AI-disruption-risk layer for DCF/LBO models (template, course, diligence memos, quarterly sector atlas)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3-8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 Premium Pricing Kit: value calculators, CBAM pass-through model, WTP research kit, teardown club, async reviews and accelerator licences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Tributaria: repricing and split-payment cash-flow models, a PT course, and a white-label kit sold through accountants (BRL, plus a USD brief for foreign sellers)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4-5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Ops Automation Templates (n8n / Make / Zapier): one-off kits, a maintained vault subscription and paid installs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 Lab: paid WTP, unit-economics and FX calculators (web plus Excel add-in), sold per seat, with white-label licences for consultants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1-3 weeks (pre-orders)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2: how these ideas differ (1/3)</a:t>
            </a:r>
            <a:endParaRPr lang="en-US" sz="2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139135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pays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Unmet need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pricing toolkit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founders with US$5k-500k/month inference bills, plus finance leads. Trigger: margin under 50-60% or a board query.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APM-1 AI Pricing &amp; Unit Economics Model: US$149 solo / US$399 company; AI Pricing Teardown Pack (30 products): US$99 one-off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COGS, credit value and margin sit in three places and nobody reconciles them. Pricing pages use the average user, but p90/p99 users drive COGS.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templates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AI/SaaS founders, product leads and pricing consultants, before a launch, raise, price change or budget season.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PV-03 Usage-Based/AI Pricing Simulator: US$149; Pricing Strategy Toolkit bundle: US$299 single / US$790 consultant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Valuation templates are free (Macabacus). Pricing and AI-credit models are rare, so buyers rebuild in a blank sheet or ask an LLM.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spend FP&amp;A kit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FP&amp;A leads at 20-500 person software firms with AI spend over US$10k/month; trigger is a surprise bill or Q4 budgeting.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/ Pro template: US$149 / US$349; AI Spend FP&amp;A course: US$399 (launch US$299)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FinOps tools suit engineers and FP&amp;A tools lack token logic, so finance forecasts AI cost in ad-hoc spreadsheets.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Pro-firm pricing kit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Owners of 1-25 person accounting firms (US/UK/CA/AU), buying under US$300 on a card at Nov-Jan renewals.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 Accounting Fee Calculator: US$49 (bump: Template Pack US$29); Bundle: calculator+templates+class: US$129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templates only quote new clients. None audits the existing book or gives wording for 'why pay the same if you use AI?'.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2: how these ideas differ (2/3)</a:t>
            </a:r>
            <a:endParaRPr lang="en-US" sz="2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139135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pays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Unmet need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ROI kit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Controllers and CFOs facing a Copilot or ChatGPT renewal or seat expansion; fractional CFOs buy the Advisor licence.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ROI Model Solo / Pro: US$79 / US$149; Async Business-Case Review: US$490 (US$1,190 for 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calculators are biased and US$13-89 templates skip baselines and the hours-to-cash haircut, so at day 90 nothing can be compared.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AIX valuation overlay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Searchers and lower-mid-market PE buying US$2-30M EV firms, when an investor or lender asks about AI pre-LOI.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AIX Overlay for Excel: Individual: US$149 (Team US$449); AIX Diligence Memo: Light: US$1,500 (48h rush US$2,250)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AI-risk frameworks stop at qualitative scores; big-firm tools aren't for sale. Small buyers use a gut haircut investors won't accept.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 premium kit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Commercial leads at exporters and EU low-carbon producers, climate founders. Trigger: CBAM certificates from Feb 2027.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GP-01 Green Premium Value Calculator: US$79; Pricing Kit bundle (GP-01..03 + extras): US$249 single / US$749 team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CBAM calculators stop at the importer's cost. Nothing says how much a low-carbon supplier can charge back or how to write the pass-through clause.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reform kit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Owners of 2-30 staff accounting firms and their SME clients; CBS starts Jan 2027, split payment 2028.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RT-KIT-03 bundle (repricing+cash): R$397 (about US$74); Kit Escritorio white-label licence: R$197/mo (S) to R$497/mo (M)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calculators show tax on one transaction and law courses teach rules. Nobody tells a client what price to charge or how much cash to plan.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2: how these ideas differ (3/3)</a:t>
            </a:r>
            <a:endParaRPr lang="en-US" sz="2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139135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pays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Unmet need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templates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Fractional CFOs, bookkeeping firms and finance leads on QuickBooks or Xero, at month-end or after an API change.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FOA-04 Pricing &amp; Margin Alert Pack: US$149; Finance Ops Automation Vault: US$399 solo; US$799 firm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templates post straight to the ledger with no checks and break silently on API changes. SaaS alternatives charge monthly or per document.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 Lab calculators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and pricing managers at US$1-50M ARR B2B SaaS, and pricing consultants, before a repricing or launch.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 Lab Pro (web): US$29/mo or US$249/yr per seat; Consultant/Agency white-label: US$990/yr (3 seats)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WTP analysis is 4-8 hours in Excel, or a research suite built for research teams. Free tools stop at Van Westendorp intersections.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 AI Product Pricing and Unit-Economics Toolkit (models, teardowns, course, fixed-price sprint)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SPRINT 2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AI pricing and unit-economics model, teardowns and fixed-price sprint for seed-to-Series-B AI founders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 credit-design and gross-margin spreadsheet (US$149 solo, US$399 company), a US$99 teardown pack, a course and a US$3,500 sprint. Free Quick Calc captures emails, then upsells.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AI founders with US$5k-500k/month inference bills, plus finance leads. Trigger: margin under 50-60% or a board query.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Token COGS, credit value and margin sit in three places and nobody reconciles them. Pricing pages use the average user, but p90/p99 users drive COGS.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3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signal and cash; feeds amplify distribution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credit design for AI apps with US$5k-100k/month inference spend, then Series A sprints and VC licences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Vendor-neutral working model with live data, versus billing vendors (software) and consultancies (frameworks)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Hybrid: per-company files, recurring data (US$29/month), sprint US$4,500 after 3 founding sprints at US$2,500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Weak: the sheet scores 1 of 5. Data (30+ teardowns, benchmarks) scores 3; live price feed and VC standardisation raise switching costs.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EVC: solo US$2k-4k, Series A/B US$10k-30k+, VC US$40k+; 5 margin points on US$200k MRR = US$120k/year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margin points recovered, hours saved (15-25 model, 60 teardowns), avoided 30% underpricing (US$6k/mo)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solo US$99-249; company US$399-999; sprint US$3k-8k; VC US$1,500-5,000/year; Brazil R$297-697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GO, restructured. A US$149 file is commoditised; money is in sprints and data licences: about US$12.6-15k/month by months 9-12.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 AI Product Pricing and Unit-Economics Toolkit (models, teardowns, course, fixed-price sprint)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SPRINT 2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MoF + usage-pricing + engineering mix is rare; AI firms leaving seat pricing need token COGS tied to margin.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Lemon Squeezy and Polar.sh. Make a US$1 test purchase and payout to Wise USD first. Fallback: Gumroad or Hotmart.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Buy domain, build 1-page Carrd site (~US$19/yr), set up free Kit. Build Quick Calc sheet from vendor prices (URL, date).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Interview 5 AI founders (30 min): COGS per user, credit values, what broke. Get permission to anonymise 2-3 cases.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APM-1 (9 tabs) in Excel, port to Sheets, test on 2 founders' numbers. Record 25-min Loom; sales page US$149/399.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Write teardowns 1-10 on a fixed template. Launch at US$99 early-bird to list and networks. Post on LinkedIn.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Write teardowns 11-30, compile TDP PDF + CSV, set up US$199 bundle and order bump in Lemon Squeezy.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Teardown Pro (US$29/mo or US$249/yr). Productise US$3,500 sprint: Tally intake, SOW template, invoice.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9-10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US$300-500 paid test (Reddit Ads, Google Search) to the free calc. Stop any ad set above US$4 per email.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3-4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Buys domain, Carrd, Loom, AI subscription. The US$300-500 ad test waits until weeks 9-10, after sales start.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APM-1 AI Pricing &amp; Unit Economics Model: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US$149 solo / US$399 company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AI Pricing Teardown Pack (30 products):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US$99 one-off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AI Pricing Model Sprint (10 days):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US$3,500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$1.2k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$6.5k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$11.0k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110h setup · 8h/wk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Kill/pivot at wk 10 if &lt;20 paid sales and &lt;500 subscribers: fold APM-1 into model-templates. Scale if opt-in &gt;=25%, buyer rate &gt;=2.5%, cost/email &lt;US$4.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 Finance, valuation and pricing model template library (eFinancialModels + Payhip + Etsy)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SPRINT 2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Excel pricing-decision models (EVC, WTP, AI credit pricing) for SaaS pricing leads and consultants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Excel models sold on eFinancialModels, Payhip and Etsy, from US$199 per model to a US$990 consultant licence. Model Update Club at US$19/month or US$149/year.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AI/SaaS founders, product leads and pricing consultants, before a launch, raise, price change or budget season.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Valuation templates are free (Macabacus). Pricing and AI-credit models are rare, so buyers rebuild in a blank sheet or ask an LLM.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3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signal and cash; feeds amplify distribution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AI credit/usage pricing simulator PV-03 (US$199) with a free AI credit margin quick calc as lead magnet.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Macabacus, Flevy US$23 and LLM-built sheets: tested formulas, checks tab, client-use licence, expert behind it.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Two-part: file licence plus Club; personal, consultant, firm licences; student coupon fence; BRL pricing.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Weak: file IP scores 1/5. Better: pricing expertise (3/5), email list (3/5), consultant licences (3/5), hosted calculator later (3/5).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PV-03 EVC about US$2,000-3,000; US$149-199 captures 5-10%. Consultant licence EVC about US$6,000+.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5 margin points on US$50k MRR (US$2,500/month), 10-16 h build time saved, client-use rights.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students US$0-49; founders US$99-199; pricing leads US$149-299; consultants US$790-1,290; BR firms R$990+/yr.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Build as a satellite and lead engine, not a floor-clearer; about US$1.6k/month by month 12. Risk: LLMs copy simple models.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 Finance, valuation and pricing model template library (eFinancialModels + Payhip + Etsy)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SPRINT 2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Generic DCF/LBO files are free; pricing and WTP models are unserved. MBA/MFin and pricing work make them credible.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Payhip, PayPal Brazil, Mercado Pago, Etsy; test US$1 payout. Register on eFinancialModels, check price parity.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D3-5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Map top 10 eFM listings and Etsy results by price. Write a 15-row model style guide (inputs blue, checks tab, cover).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2-3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VA-01 DCF and free LBO Short-Form, then PV-01 Value Map and PV-03 AI Pricing Simulator with 2 worked cases each.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Submit VA-01, VA-02, PV-03 to eFM. Launch Payhip store with free LBO lead magnet, MailerLite, 5-email sequence.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5-7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VA-04 SaaS model, VA-02 LBO, PV-02/04/05. Launch Etsy PF-01..03 and VA-03. Package US$299 Pricing Toolkit.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8-10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PT-BR BR-01/BR-02 on Payhip with Pix. Post 4 LinkedIn carousels. Launch Model Update Club.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11-12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US$300 ad test (Pinterest, Reddit). Kill any ad set with CPA above 60% of net price after US$75 spend.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3-12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Day-90 SKU review; build 5 SKUs only in top 2 categories, target 25 SKUs. Pitch cohort licences at US$990/yr.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3-6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Microsoft 365 ~US$10, domain+Carrd ~US$30/yr, Etsy fees, ElevenLabs ~US$5. Defer US$300 ads.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PV-03 Usage-Based/AI Pricing Simulator: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US$149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Pricing Strategy Toolkit bundle: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US$299 single / US$790 consultant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Model Update Club: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US$19/mo or US$149/yr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$1.6k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$3.0k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110h setup · 7h/wk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Day 90: SKUs under 0.5 sales/month stop promotion; catalog average under 0.5 = stop building, keep as lead magnet. Ad set CPA above 60% of net price = kill.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 AI Spend FP&amp;A Kit: budget, forecast and budget-vs-actual template plus course for token and AI-tool spend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SPRINT 2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Finance-grade budget, forecast and budget-vs-actual kit for AI token and tool spend, plus a course.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Driver model (tokens x price x volume x model mix) in Sheets/Excel: Core US$149, Pro US$349, Agency US$699. Monitor US$19/month refreshes price tables; Setup Sprint US$3,000; course US$399 with Pro.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FP&amp;A leads at 20-500 person software firms with AI spend over US$10k/month; trigger is a surprise bill or Q4 budgeting.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FinOps tools suit engineers and FP&amp;A tools lack token logic, so finance forecasts AI cost in ad-hoc spreadsheets.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3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signal and cash; feeds amplify distribution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finance leads at Series A-C AI-native SaaS in US/EU during Q4 2026 budgeting, via a free AI Burn Check.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consoles and FinOps tools: forward-looking, cross-vendor, variance bridge, built in Sheets.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Good-better-best licences by entities modelled, not seats; Monitor US$19/month; fixed-fee Sprint US$3,000.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Opt-in benchmark data, personal brand, distribution and pricing cross-sell (each 3/5). Template IP is 1/5 and copyable.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Year-1 EVC about US$8,600; Pro plus Monitor (US$539) is about 6%, Sprint about 35% (CALC).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30 build hours saved (US$2,400), 5% overspend caught (US$2,000/month), 4 h/month reporting.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US$150-500 template, US$2,500-5,000 sprint, US$500-1,000 multi-client licence; mostly assumed.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Build as a fast secondary stream, base about US$6,000/month net by month 12. Risk: copyable template, high envelopment by consoles.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 AI Spend FP&amp;A Kit: budget, forecast and budget-vs-actual template plus course for token and AI-tool spend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SPRINT 2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AI token and seat spend is now a volatile COGS line; finance teams forecast it ad hoc, and 2027 budgeting is near. Fast, cheap build.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Log 30 pain quotes from Reddit and LinkedIn; DM 15 finance people at AI startups. Need 3 who would pay.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D3-5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vendor price table (OpenAI, Anthropic, Gemini, Mistral, Bedrock, Azure) and the free AI Burn Check.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Core template: drivers, price table, 24-month 3-scenario forecast, actuals and variance bridge.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Pro connectors (Apps Script, OpenAI and Anthropic usage APIs); beta free with 5 finance people for testimonials.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Lemon Squeezy and Gumroad, a Carrd page and 5-email Kit welcome sequence plus post-purchase sequence.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with 5 LinkedIn posts in 10 days; post the free sheet on r/FPandA, Indie Hackers, Product Hunt and Eloquens.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6-10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 the 6-module course (pre-sell at US$199); write 4 SEO pages; pitch 10 podcasts; productise the US$3,000 Sprint.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11-12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the US$19/mo Unit Cost Monitor; translate Core to PT-BR with one contador hour and list on Hotmart.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4-6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About 2 months of Kit, AI plan, Carrd, domain, API tests. The US$500 ad test (Month 5) can wait.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Core / Pro template: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US$149 / US$349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AI Spend FP&amp;A course: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US$399 (launch US$299)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AI Spend Setup Sprint: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US$3,000 fixed (US$5,000 with pricing)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$700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$6.0k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$9.0k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90h setup · 6h/wk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Kill or downgrade to lead magnet if under 3 of 15 DMs would pay, under 10 orders in 30 days, or under US$1,000/mo net at Month 6. Scale at 3% conversion plus 1 sprint/mo.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 AI-era value-pricing kit for professional firms (accountants, small law firms, agencies, consultancies): fee calculators, proposal templates, course, workshops, pricing sprints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SPRINT 2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Client-margin audit kit, letters and workshop for 3-20 person firms repricing as AI cuts billable hours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Spreadsheet kit (US$49 solo, US$149 firm) that audits each existing client's margin and writes price-increase letters. Backend: US$2,500-4,500 workshop, sprint, US$199/yr Fee Book.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Owners of 1-25 person accounting firms (US/UK/CA/AU), buying under US$300 on a card at Nov-Jan renewals.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Free templates only quote new clients. None audits the existing book or gives wording for 'why pay the same if you use AI?'.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3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signal and cash; feeds amplify distribution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Beachhead: 3-20 staff bookkeeping firms; '2027 Price Increase Kit' launched in the Nov 2026-Jan 2027 window.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free vendor templates and Ron Baker's course: audits existing clients on AI cost-to-serve; letters in 2 h.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Hybrid: US$49 solo, US$149 firm licence, US$199 bundle, US$199/yr Fee Book; workshop fenced by staff count.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Weak: spreadsheet IP scores 1/5. Best locks: anonymised fee benchmarks (3/5), PT-BR edition (3/5), white-label licences (3/5).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 about US$11.7k/yr for a 6-person, 90-client firm (CALC on assumptions); products capture 0.4-2% of it.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repricing underpriced clients (US$7.8k attributable), scope-creep change orders (US$3k), owner time saved.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solo US$0-49; 5-20 staff US$99-399 tools, US$2,500-3,500 workshop; US$1-10M firms US$7,500-15,000 sprint.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GO, narrower wedge; worth US$2-6k/month semi-passive, not US$10k alone. Risk: free templates and vendors bundling pricing.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 AI-era value-pricing kit for professional firms (accountants, small law firms, agencies, consultancies): fee calculators, proposal templates, course, workshops, pricing sprints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SPRINT 2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MBA/MFin pricing expertise fits a gap: only a third of firms repriced for AI; no cheap finance-grade fee calculators exist.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Pick US/UK accounting firms. Save 50 pain quotes from r/Bookkeeping, r/taxpros and LinkedIn in Notion.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D3-5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free AI Hours-Leak Calculator in Google Sheets plus 1-page PDF. Use it as the email lead magnet.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SKU A1 calculator in Excel/Sheets. Set up Lemon Squeezy or Polar, Carrd page and Kit; sell at US$49.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Write A1 Template Pack and 5-email welcome sequence in Kit. Open ME/Simples company with a contador and Wise.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 on LinkedIn 3x/week, answer 5 Reddit questions/week, pitch 15 podcasts. Record 90-min masterclass (US$129 bundle).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6-8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A2 (law) and A3 (agency) calculators, 6 SEO landing pages. Run Meta/Reddit ad test capped at US$300-400.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9-12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 course (US$197 launch). Offer 10 free fee teardowns, then sell the US$2,500 workshop to callers.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4-12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Pricing Room (US$39/mo) at 40+ buyers, PT-BR kit, white-label pitches, then Sprints (US$7.5-12k).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$175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3-6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Descript ~US$24, Claude ~US$20, Carrd US$19/yr. Defer ads (US$400, wk 8) and Skool/Circle (~US$99).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A1 Accounting Fee Calculator: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US$49 (bump: Template Pack US$29)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Bundle: calculator+templates+class: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US$129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Live Firm Pricing Workshop: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US$2,500 (5 partners); US$3,500 (6-15)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$900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$6.0k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$9.5k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110h setup · 10h/wk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Month 4: under 300 subscribers and under 15 sales = switch lead vertical to agencies. CPL above US$6 after 2 creative rounds = stop ads.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 AI ROI Business Case and Tracking Kit (CFO-grade, vendor-neutral, under US$200)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SPRINT 2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Vendor-neutral AI ROI business case and tracker for finance leads at 20-300 person firms, under US$200.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Excel kit with a baseline tab, TCO, cash-realization haircut, kill/scale gate and board summary. Sold as Solo US$79 and Pro US$149, plus reviews (US$490/890), Tracker US$49/month and advisor licences.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Controllers and CFOs facing a Copilot or ChatGPT renewal or seat expansion; fractional CFOs buy the Advisor licence.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Vendor calculators are biased and US$13-89 templates skip baselines and the hours-to-cash haircut, so at day 90 nothing can be compared.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3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signal and cash; feeds amplify distribution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Copilot Business renewal check for M365 SMEs of 20-300 staff, Q4 2026; promo US$18 to US$21 (+16.7%).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Beats free vendor calculators and US$13-89 templates: neutral, starts from your baseline, applies a 30-50% haircut.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Hybrid: per use case, portfolio, advisory firm or spend band; Tracker US$49/month. Never per seat.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Benchmark data from reviews and Tracker rows (strength 3), advisor channel, neutrality. The template alone is 1/5; an LLM copies it.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 about US$1,200 per template; 15 idle seats x US$21 x 12 = US$3,780/yr saved on a 50-seat tenant (CALC).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idle-seat savings, promo step +US$1,800/yr for 50 seats, killing a failing pilot at day 90 not 365.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US$49-99 template (SME), US$490-990 review (owner), US$399-990/yr advisor, US$2,500-4,000/yr PE (assumed).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Build it, about US$2-6k/month net by month 12; will not clear the US$10k floor alone. Risk: free LLM DIY and Microsoft analytics.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 AI ROI Business Case and Tracking Kit (CFO-grade, vendor-neutral, under US$200)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SPRINT 2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Budget season is Oct-Dec; SMEs lack CFO-grade AI ROI tools and Calebe's pricing, valuation and FP&amp;A skills fill the gap.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Write the value map and a 12-question Trade-Off Method interview guide; no Van Westendorp.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D3-5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Book 10 twenty-minute interviews: 4 SME CFOs, 3 fractional CFOs, 3 owners. Source from LinkedIn, Venture Cafe, r/FPandA.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1-2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Solo model in Excel and Sheets: baseline, TCO, 4 benefit methods, NPV/IRR/payback, kill/scale gate, board summary.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Add 3 filled examples, then Pro: 15-use-case register, tracker, 8-slide board deck. Build the free Tally scorecard.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Analyse interviews; set prices and fences. Open Lemon Squeezy (5% + US$0.50) and Hotmart; confirm Brazil payout route.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 the 6-module, 90-minute course. Build a one-page Carrd site with sample PDF, pricing and credentials.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4-6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on LinkedIn and Reddit. Message 60 fractional CFOs offering a free 30-day Advisor trial. Publish 5 SEO guides.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7-12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US$400 ad test, deliver reviews, hit the Wk 12 gate, then launch the US$49/mo Tracker in months 4-5.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4-6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US$400 ad test plus Carrd, Loom and Make tools. Defer ads and Descript until the Wk 12 gate.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ROI Model Solo / Pro: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US$79 / US$149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Async Business-Case Review: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US$490 (US$1,190 for 5)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Advisor Licence + Tracker: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US$399/yr; US$49/mo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$900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$5.7k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$8.5k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75h setup · 7h/wk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Wk 12: kill if under 15 kits and under 2 reviews and median switching point under US$40. Scale if over 30 kits/mo or review attach over 8%.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2.6 AIX Overlay: an AI-disruption-risk layer for DCF/LBO models (template, course, diligence memos, quarterly sector atlas)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SPRINT 2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AI-disruption overlay for DCF/LBO models, with diligence memos, for small-deal searchers and PE teams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US$149 template and US$99-399 niche atlas feed the real revenue: Light memos at US$1,500-3,500 by deal size, US$390/yr AIX Watch, US$2,400-6,000/yr firm plans.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Searchers and lower-mid-market PE buying US$2-30M EV firms, when an investor or lender asks about AI pre-LOI.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Public AI-risk frameworks stop at qualitative scores; big-firm tools aren't for sale. Small buyers use a gut haircut investors won't accept.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3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signal and cash; feeds amplify distribution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post-LOI Light memo sold to traditional searchers and the 3-5 search fund investors backing them.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gut haircut and DIY Claude/Copilot: a published, sourced, quarterly method on seat, usage, outcome revenue.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Memos priced by EV band (US$1,500-8,500); firm plan by deals screened per year; template credited to memo.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Dataset from memos (4/5), public prediction ledger (4/5), IC-template distribution (4/5). The template file scores 1/5.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Light memo EVC about US$5.5-8k; US$1,500 captures 20-27%. US$187.5k expected value at risk on a US$5M deal.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avoided overpayment or better structure, analyst hours saved, seller multiple defended, 5-day delivery.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post-LOI US$1,500-3,500 memo; firm plan US$2,400-6,000/yr; template US$149-449; students US$99-349.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Pursue, re-weighted to memos and firm plans. Base case about US$6k/mo by month 12; main risk is Claude/Copilot commoditising the template.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2.6 AIX Overlay: an AI-disruption-risk layer for DCF/LBO models (template, course, diligence memos, quarterly sector atlas)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SPRINT 2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MFin skills fit a new valuation input: AI exposure. Deal buyers now walk away over AI impact; few tools price it.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Pull Anthropic Economic Index (CC-BY-4.0) and O*NET tables in pandas. Map NAICS niches to occupations.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D3-5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Verify Lemon Squeezy PayPal payout to Brazil; open Wise Business or Payoneer. Write TOM interview guide, book 29 calls.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AIX Overlay v0.9 in Excel: 6 linked model cells, task map, exposure block, 3 scenarios. Run 10 interviews.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12-question Quick Score in Tally, Carrd page, 5-email Kit sequence. List all products in Lemon Squeezy.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Publish cornerstone Searchfunder post with the free score. Offer 3 free Light memos for case studies and testimonials.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 9-module course, publish 40 Atlas niche pages, pitch Acquiring Minds. Run US$500 ad test (Reddit, Google).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9-12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sell-side AI Resilience Report to 50 brokers. Re-price from interviews. Automate refresh in GitHub Actions.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4-6+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Add PT/ES edition on Hotmart (R$497), publish Predictions Ledger, pitch licences to finance schools and MBA programmes.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3-8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Claude Pro US$20, Carrd US$19/yr, domain, Descript US$24 optional. Defer US$500 ad test to wk 8.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AIX Overlay for Excel: Individual: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US$149 (Team US$449)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AIX Diligence Memo: Light: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US$1,500 (48h rush US$2,250)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Course: Pricing AI Risk into Valuations: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US$349 bundle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$1.2k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$6.0k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$9.0k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75h setup · 8h/wk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Day 90 kill: under 10 template sales AND zero paid memos after 20 interviews and the US$500 test. Fold into model-templates. 3+ memo requests/month for 2 months = scale.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2.7 Green Premium Pricing Kit: value calculators, CBAM pass-through model, WTP research kit, teardown club, async reviews and accelerator licences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SPRINT 2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Green-premium and CBAM pass-through pricing models with expert review for low-carbon sellers into the EU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Spreadsheet kits (US$79 calculator, US$149 CBAM model), async reviews at US$490, a EUR 990 CBAM Pricing Sprint and licences up to US$1,490/year. Free Quick Check feeds an email sequence.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Commercial leads at exporters and EU low-carbon producers, climate founders. Trigger: CBAM certificates from Feb 2027.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Free CBAM calculators stop at the importer's cost. Nothing says how much a low-carbon supplier can charge back or how to write the pass-through clause.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3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signal and cash; feeds amplify distribution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EUR 990 CBAM Pricing Sprint plus US$149 model, Brazilian exporters first; 5 founding reviews at US$290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Beats free calculators and Big-4 whitepapers: adds 2026-2034 path, value split and the clause to negotiate it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Price by buyer type and usage rights: US$249 founder, US$749 team, US$1,490 company licence as anchor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Weak: the spreadsheet scores 1 of 5. Quarterly data refresh, give-to-get benchmark and cohort licences add some lock-in; renewal target 50%.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EVC: EUR 6k-146k+/year; steel, 5,000 t: buyer CBAM cost avoided EUR 7.5k (2026) to EUR 146k (2030)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CBAM cost avoided, avoided discounting (EUR 60k-100k on EUR 2M sales), 15-25 hours saved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founders US$79-249; EU firms US$300-1,500 licence; exporters US$99-299 model; funds US$3k-6k/year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Go as a narrow satellite, not core income: about US$1k-2.5k/month net by month 12. Main risk: carbon SaaS or LLMs bundle it free.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2.7 Green Premium Pricing Kit: value calculators, CBAM pass-through model, WTP research kit, teardown club, async reviews and accelerator licences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SPRINT 2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B2B buyers pay green premiums but sellers can't justify them; CBAM makes carbon a cash line. No paid DIY kit found.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Mon-Fri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a 60-contact ICP list. Run 15 problem interviews (20 min) via warm network. Goal: 3+ pre-paid founding reviews.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Fri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lead magnet GP-00 Quick Check sheet plus a 2-page PDF on value-pool logic.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 Mon-Wed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GP-01 EVC/TCO calculator in Excel: TCO NPV, carbon value, compliance value, WTP split slider.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 Thu-Fri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Payhip (free, 5% fee) and PayPal; run US$1 test payout. Buy domain, build Carrd page, Kit 5-email welcome sequence.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GP-02 CBAM pass-through model. Launch on LinkedIn: 1 story post + 4 carousels. DM 60 prospects the Quick Check.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GP-03 WTP kit; package US$249 bundle and US$749 team licence. Productise async review with Tally intake.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5-6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Write Teardown Report #1 from public sources (~12 offers). Publish 4 SEO articles on green pricing and CBAM cost.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10-12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Teardown Club (US$29/mo). Run US$500 paid test: US$300 LinkedIn ads, US$200 Google Search on CBAM keywords.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Buys domain (~US$12/yr), Carrd US$19/yr, Canva, Claude Pro. Defer US$500 ad test and Sales Navigator.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GP-01 Green Premium Value Calculator: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US$79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Pricing Kit bundle (GP-01..03 + extras):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US$249 single / US$749 team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Async Green Premium Pricing Review: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US$490 (founding US$290)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$550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$2.9k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$5.4k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95h setup · 6h/wk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Kill at day 90 if &lt;150 subscribers, &lt;10 paid orders and zero reviews/licence talks; fold assets into other streams. Pivot at month 6 to reviews and licences if they sell.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 Reforma Tributaria: repricing and split-payment cash-flow models, a PT course, and a white-label kit sold through accountants (BRL, plus a USD brief for foreign sellers)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SPRINT 2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Repricing and split-payment cash models for Brazil's tax reform, sold to accounting firms to resell to SMEs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White-label model 'Repreco &amp; Caixa 2027' licensed to accountants by client count (R$197-697/month), plus R$397 SME kit, R$497 course and diagnostics.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Owners of 2-30 staff accounting firms and their SME clients; CBS starts Jan 2027, split payment 2028.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Free calculators show tax on one transaction and law courses teach rules. Nobody tells a client what price to charge or how much cash to plan.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3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signal and cash; feeds amplify distribution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Santa Catarina firms with 30-150 clients at R$147 founding price, plus a free CRC-SC/Sescon webinar.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free ERP calculators and ESN courses: multi-SKU margin solver, cash cost, hybrid NPV, white-label.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Two-part: fixed license by client CNPJs (S R$197, M R$397, L R$697/mo), annual prepay 10x, R$397 SME kit.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Weak on content (1/5). Better: versioned rate tables with CRC reviewer (3/5), accountant client files and branded reports (3/5).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Tier S accounting firm EVC about R$11,000/yr; R$1,970/yr price captures about 18% (CALC on assumptions).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2 h saved per client, reform reviews resold (R$7,100 net), 1.5 pp margin on R$4m revenue (R$60k).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small firms R$150-250/mo; mid R$400-900/mo; Presumido SME R$300-600 kit; workshops R$4,000-12,000.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GO, time-boxed. Base about US$2-3k/month by month 12. Main risks: ERPs bundling free simulators, no CRC credentials, rate uncertainty.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 Reforma Tributaria: repricing and split-payment cash-flow models, a PT course, and a white-label kit sold through accountants (BRL, plus a USD brief for foreign sellers)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SPRINT 2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CBS starts Jan 2027 and split payment hits cash flow. PT fluency plus pricing and finance skills fit Brazilian SMEs and accountants.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Read LC 214/2025, Res. CGSN 186/2026 and Decreto 12.955/2026. Run TOM interviews with 12 accountants and 8 SME CFOs.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2-3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RT-PRC-01 repricing model (R$197) and RT-CXA-02 split-payment cash model (R$297) in Excel.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free Calculadora Preco 2027, Brevo form, 5-email PT sequence. Set up Hotmart products with 40% affiliates.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Soft launch to 20 interviewees: Kit Escritorio at R$147/mo for a testimonial. Target 5 licensees, 20 kit sales.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4-6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 6-module PT course (~5 h). Post 6 YouTube videos. Pitch free webinars to CRC-SC, Sescon, ACATE, ACIF.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7-8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Pitch 2 articles to contabeis.com.br and jornalcontabil.com.br. Run ads capped at R$2,500. Write EN VAT brief (US$490).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9-10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Diagnostico service via licensee accountants using Tally intake and a fixed 2-call script.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Monthly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Update models when rates change, run licensee webinar, and run the Simples vs Hibrido campaign each September.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$170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4-5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Descript US$24, Claude US$20, Canva ~US$7, Carrd US$19/yr, R$300-500 accountant. Defer R$2,500 ads.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RT-KIT-03 bundle (repricing+cash):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R$397 (about US$74)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Kit Escritorio white-label licence: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R$197/mo (S) to R$497/mo (M)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Diagnostico Preco &amp; Caixa 2027: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R$3,500 per company (20% to accountant)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$900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$2.8k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$3.3k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90h setup · 7h/wk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31 Dec 2026: under 30 paid sales and under 5 licensees = stop active work, keep passive. Kill ads if CPL above R$15 after R$300 per ad set.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 Finance Ops Automation Templates (n8n / Make / Zapier): one-off kits, a maintained vault subscription and paid installs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SPRINT 2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Finance-grade n8n/Make/Zapier automation kits for bookkeepers, fractional CFOs and lean finance teams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Kits at US$79-149, a US$399 Vault bundle, US$29/month Vault Pro maintenance, US$799 firm license and US$750+ installs. Templates carry approval and audit controls.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Fractional CFOs, bookkeeping firms and finance leads on QuickBooks or Xero, at month-end or after an API change.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Public templates post straight to the ledger with no checks and break silently on API changes. SaaS alternatives charge monthly or per document.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3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signal and cash; feeds amplify distribution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Invoice Capture Kit for QBO/Xero on n8n with duplicate check, approval, audit log and draft-only posting.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free templates, AI builders and Dext-type SaaS: finance controls, self-hosted, one-off price, maintained.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Per kit, Vault US$399 credited, firm license by client count, installs US$750-2,000; Vault Pro annual US$249.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Weak: template JSON scores 1/5. Better: finance-controls expertise (3/5), maintenance plus health checks (3/5), PT-BR layer (3/5).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 about US$6,000-8,000 per SMB in year 1; Vault costs about US$750 in year 1 (about 10% of EVC).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AP entry hours removed (about US$300/month), SaaS fees avoided (US$360-6,000/yr), 1 margin point (US$20k).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solo US$49-149 per kit; firms US$500-1,500 license plus US$50-100/month; PT-BR R$197-497 per kit.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GO as a supporting stream, not US$10k alone. Base about US$4k/month net by month 12. Risk: native AI builders from n8n, Intuit.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 Finance Ops Automation Templates (n8n / Make / Zapier): one-off kits, a maintained vault subscription and paid installs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SPRINT 2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n8n/Make stores are full of lead-gen flows. Few templates come from FP&amp;A and pricing experience: close, cash forecast, margin alerts.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Self-host n8n CE on a Hetzner or Hostinger VPS (Docker, Caddy). Open Make, Zapier, QBO and Xero sandboxes.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D3-5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Demand check: log 40 pain posts on invoices, reconciliation, cash forecast from r/n8n, r/FPandA, r/Bookkeeping.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2-3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FOA-01 Invoice Capture Kit in n8n, port to Make and Xero, write setup guide. Build 3 free lead-magnet templates.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Lemon Squeezy or Payhip store plus Carrd page. Launch on r/n8n and n8n forum; give Stripe reconciler away free.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5-8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FOA-02 Month-End Close, FOA-03 13-Week Cash Forecast, and FOA-04 Pricing &amp; Margin Alert Pack (signature product).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9-12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Vault bundle and Vault Pro (US$29/mo) with Discord. Post 1 faceless YouTube video/week and SEO pages per SKU.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4-5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PT-BR kits (NF-e into Omie/Conta Azul) on Hotmart at R$197. Run US$300-500 ad test on Reddit and Google.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5-6+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DM 50 fractional CFO firms: 14-day firm trial, 30% affiliate. Run Monday health-check flow; ship 1 template/month.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4-6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VPS US$5-15/mo, Make ~US$10.59, LLM API US$5-20, Carrd US$19/yr, domain US$12/yr. Defer Zapier, ads.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FOA-04 Pricing &amp; Margin Alert Pack: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US$149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Finance Ops Automation Vault: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US$399 solo; US$799 firm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Done-for-you install: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US$750 per kit; US$2,000 Close+Cash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$600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$4.0k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$6.5k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90h setup · 7h/wk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Month 4: under 25 paid orders, under 300 subscribers and conversion under 0.7% = maintenance mode. Kill ads at CPA above US$120 after US$300.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2.10 Pricing Lab: paid WTP, unit-economics and FX calculators (web plus Excel add-in), sold per seat, with white-label licences for consultants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SPRINT 2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Web and Excel add-in tools that turn WTP survey data into branded pricing reports, per seat or white-label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Freemium WTP analyzer: Study Pass US$79, Pro US$249/yr per seat, white-label US$990/yr for 3 seats, Excel add-in US$79/yr. Embedded calculators US$1,500-3,500.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Product and pricing managers at US$1-50M ARR B2B SaaS, and pricing consultants, before a repricing or launch.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WTP analysis is 4-8 hours in Excel, or a research suite built for research teams. Free tools stop at Van Westendorp intersections.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3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signal and cash; feeds amplify distribution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WTP analysis (Van Westendorp, Gabor-Granger, NMS) with branded reports, white-label for consultants first.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DIY Excel, ChatGPT and Conjointly: tested, repeatable, segmentable, priced per seat, with white-label reports.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Per seat plus branded exports; Free, Study Pass US$79, Pro US$29/mo or US$249/yr, white-label US$990/yr.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Weak: calculation code 1/5. Better: add-in formulas in customer workbooks (3/5), consultant channel (3/5), WTP benchmark dataset (3/5).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Seat EVC about US$2,600-4,850/yr; Pro at US$249 captures 5-10%. White-label captures 16-22%.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4-6 h saved per study (US$300-450), 1% price realisation on US$5M ARR (US$50k), 3-4 h per client report.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PMs US$200-400/yr per seat; consultants US$600-1,500/yr; founders US$49-99 one-off; BR R$150-300/yr.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Build as a satellite, not a floor-clearer: about US$3.2k/month net by month 12. Risk: Copilot or ChatGPT does a free version.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2.10 Pricing Lab: paid WTP, unit-economics and FX calculators (web plus Excel add-in), sold per seat, with white-label licences for consultants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SPRINT 2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Software layer on his pricing and finance models: logins and an Excel add-in earn recurring per-seat fees and white-label licences.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Check Google, Reddit, AppSource per keyword. Launch Carrd pre-sale with Lemon Squeezy; target 3 white-label pre-orders.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TypeScript engine with Claude Code: Van Westendorp, Gabor-Granger, usage-based bill, LTV/CAC functions.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Next.js app on Cloudflare Pages with Supabase auth and CSV upload. Set up Lemon Squeezy tiers and licence webhook.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Ship 4 free SEO calculators (van westendorp, gabor granger, usage-based pricing, LTV CAC) with MailerLite capture.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6-7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Excel add-in MVP with yo office and submit to Microsoft AppSource. Add white-label logo and client workspaces.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8-10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on Product Hunt, Indie Hackers, LinkedIn. Weekly WTP teardown. Wk 10: US$300 Google plus US$200 LinkedIn ads.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11-12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Add PT/ES calculators (PTAX, export pricing). List on G2 and Capterra. Add annual-plan push email at day 25.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4-12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Ship usage/credit simulator, quarterly WTP Benchmark (US$149), done-for-you calculators (US$1.5-3.5k), 1 free tool/mo.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1-3 weeks (pre-orders)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Claude/Cursor ~US$20, Carrd US$19/yr, domain US$12/yr; Supabase free until payers. Defer US$500 ads.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Pricing Lab Pro (web):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US$29/mo or US$249/yr per seat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Consultant/Agency white-label: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US$990/yr (3 seats)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Excel add-in: Pricing Functions: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US$79/yr per seat; team of 5 US$299/yr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$3.2k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$6.5k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130h setup · 6h/wk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Week 2: under 3 pre-orders and under 5 positive replies = free calculators only. Under 10 paying customers by day 90 or MRR under US$500 at month 6 = freeze.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11094415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3 · Hidden layer 2 · Amplify distribution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11094415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Role: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Multiply reach: channels and partners that carry layer 2 products to buyers you cannot reach one by one.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Consumes: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Products and IP from layer 2; content from layer 1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Produces: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Audience at scale, email list, partner and marketplace channels, referral income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Trigger: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Opens when net income is US$2k+/month for 2 months. (Months 3-9)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9 streams, run in sync: YouTube channel · Course library · Calculator sites · Framework licensing · Course affiliate hub · LatAm finance jobs · Hiring cost desk · AI for LatAm SMEs · EU AI literacy kit</a:t>
            </a:r>
            <a:endParaRPr lang="en-US" sz="16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3 at a glance: launch in this order</a:t>
            </a:r>
            <a:endParaRPr lang="en-US" sz="28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6126480"/>
                <a:gridCol w="868680"/>
                <a:gridCol w="1280160"/>
                <a:gridCol w="777240"/>
                <a:gridCol w="777240"/>
                <a:gridCol w="8503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 (original playbook name)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risk $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cash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Faceless "Pricing &amp; Deal Math" YouTube channel (EN, with PT audio track) as the traffic engine for templates, courses, affiliates and consulting leads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 library: AI pricing, WTP and founder finance in EN/ES/PT. Udemy for discovery, own store and Hotmart for margin, bundles and team seats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5-6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calculator sites: AI/SaaS pricing and valuation tools (EN, USD) plus Brazil USD-earner tax and FX tools (PT, BRL and USD)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5-8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 and Valuation Framework Licensing: toolkits for accelerators, bootcamps and universities, plus paid workshops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8-10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Hotmart/Kiwify/Udemy affiliate stream: a "vale a pena?" review hub for finance-career and travel courses, in PT-BR and 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6-10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LatAm Finance Jobs: a niche board for remote finance, pricing, FP&amp;A and valuation roles verified open to Brazil/LatAm, with a newsletter, paid employer posts and a placement upsell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4-8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Brazil Hiring Cost Desk: an EOR, contractor-payroll and fintech referral engine (Deel, Remote, Oyster, Rippling, Wise, HubSpot)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6-10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adoption playbooks for LatAm SMEs in PT and ES, starting with pricing and finance (Hotmart PT/ES + Udemy 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Article 4 AI-literacy kit for EU SMEs: role-based mini-course in ES/PT/DE/EN with completion records, sold as annual seat bundles mostly through external DPOs, IT MSPs and accountants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4-8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3: how these ideas differ (1/3)</a:t>
            </a:r>
            <a:endParaRPr lang="en-US" sz="28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139135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pays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Unmet need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YouTube channel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AI/SaaS founders, PMs and RevOps re-pricing; also FP&amp;A analysts, students, Brazilians. Trigger: a price change.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AI/SaaS Usage-Based Pricing Model: US$39 personal / US$129 team; Course C1: Value Pricing for B2B &amp; AI: US$249 launch / US$349 list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channels explain companies but give no spreadsheet. Courses target IB recruits or cost US$750+. Nothing cheap serves operators pricing AI.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 library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Seed/Series A AI-SaaS founders with a pricing change due in 90 days; Brazilian analysts and SME controllers.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Pricing Pro Kit (own store): US$197; team US$790; Founder Finance Bundle: US$297 (PT R$897 Hotmart)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content has concepts but no numbers (scores 5 of 10). Maven costs US$800-2,500; consultants US$2,000+. CFI and WSP are English-only.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Calculator sites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SaaS/AI founders changing pricing; Brazilian devs paid in USD as PJ. Trigger: a pricing change or first foreign offer.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EN-01 Usage-Based Pricing Model: US$79 (launch US$49); PT-01 Planilha PJ Internacional: R$97 (~US$18)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tools handle seats, not token COGS or credits. Brazilian PJ workers have no single tool for Simples annex, Fator R and USD receiving costs.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licensing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 accelerator directors, then faculty and corporate pricing teams. Trigger: curriculum planning before a cohort.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Pricing Toolkit, Personal / Team: US$149 one-off / US$490 per year; Accelerator Cohort Licence: US$2,500 per cohort; US$6,000/year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Accelerator and MBA curricula lack usable material on usage-based and AI pricing. Generic slides skip tokens, inference cost floors and credits.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3: how these ideas differ (2/3)</a:t>
            </a:r>
            <a:endParaRPr lang="en-US" sz="28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139135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pays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Unmet need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 affiliate hub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Brazilian engineers and accountants (22-35) moving into finance, paying by card or Pix in 12x; producers pay commission.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PT-BR finance courses (Hotmart/Kiwify): 30-60% of R$197-997; EN modeling programs (CFI, WSP, BIWS): Commission UNKNOWN; about US$20-150/sale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Buyers cannot tell which Hotmart finance courses are real. Sales pages overpromise, and no credentialed PT-BR reviewer shows course insides.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LatAm finance jobs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US/EU scale-ups of 20-500 staff opening a first LatAm finance seat after hiring engineers via Deel or Remote.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/ Featured Post: US$149 / US$299; Vetted Shortlist: US$1,500 flat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'remote' draws ineligible applicants. Get on Board, Revelo and Torre are tech-first; The Finance Nomad is US-centric.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Hiring cost desk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EOR vendors pay per customer; users are US/EU founders and ops leads on a first Brazil hire. Trigger: offer stage.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3 EOR quotes routing (free to buyer): US$0; Deel US$500 SQL + US$1,000 won; Brazil Hiring Kit (Sheet + checklists): US$79 (bump US$39)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calculators price only their own EOR and skip 'you do not need us yet'. Nobody quantifies pejotização exposure in USD.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for LatAm SMEs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Brazilian owners of businesses with 2-49 staff who do not know their real margin. Trigger: margin squeeze or fee change.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Tripwire mini-course (Precificação IA): R$47 (ES US$17); Core 'IA na PME: Playbook de 30 Dias': R$297 (ES US$67)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'ChatGPT para negócios' courses are prompt lists. Owners lack a clean unit-margin model and finished, vertical workflows to plug AI into.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3: how these ideas differ (3/3)</a:t>
            </a:r>
            <a:endParaRPr lang="en-US" sz="28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139135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pays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Unmet need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 AI literacy kit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DPOs, IT MSPs and accountants serving 20-300 SMEs; direct SME managers with 10-250 staff.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Starter Team (25 seats) / Business (100): EUR 290/yr / EUR 790/yr; Partner white-label: EUR 49/mo + EUR 4/seat/yr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and cheap courses issue certificates but leave the SME to build the register and policy itself. Content is generic and mostly DE/EN.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 Faceless "Pricing &amp; Deal Math" YouTube channel (EN, with PT audio track) as the traffic engine for templates, courses, affiliates and consulting leads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SPRINT 3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Faceless pricing and deal-math YouTube channel that ships a downloadable model with every video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Teardown videos of real AI/SaaS price pages lead to a free calculator, then templates (US$79/249), a US$397 course, Vault at US$149/yr and a US$1,500 diagnostic. Sponsors add income.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AI/SaaS founders, PMs and RevOps re-pricing; also FP&amp;A analysts, students, Brazilians. Trigger: a price change.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Story channels explain companies but give no spreadsheet. Courses target IB recruits or cost US$750+. Nothing cheap serves operators pricing AI.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encode into ip; feeds convert trust into high-ticket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AI pricing teardowns (Cursor, Intercom Fin, Agentforce) plus a monthly AI Pricing Index of about 50 products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Shows the spreadsheet, versus Modern MBA (stories), Wall Street Prep (US$499) and Maven (US$750) cohorts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Licence scope metric: T1 US$79 personal, US$249 team, US$39 student; Vault US$19/mo; flat sponsor fees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Index scores 4 of 5, email list 4; templates score 1. Live data link and archive add weak switching costs.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 about US$5-15k per founder: 3% realisation on US$2M ARR = US$60k/yr; power-user guardrail US$48k/yr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price realisation, avoided negative margin, about 40 hours saved (US$4k at US$100/h)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founders US$300-700; PMs US$79-249; FP&amp;A US$49-149; students US$15-39; sponsors US$1,500-4,000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Go, narrowed. About US$3k/mo by month 12; costs 14 h/week. Risk: AI makes templates free. Kill at month 7 under US$15/1k views.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 Faceless "Pricing &amp; Deal Math" YouTube channel (EN, with PT audio track) as the traffic engine for templates, courses, affiliates and consulting leads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SPRINT 3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Narrow niche of worked-number AI/SaaS pricing teardowns with downloadable models; few rivals offer tools to operators.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Mon-Tue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Audit top 20 videos for each of 12 keywords. Log views, age, length, downloadable model. Draft 40 video ideas.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Wed-Fri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Set up brand channel, Lemon Squeezy store and Kit page. Build the free AI Pricing Calculator sheet as lead magnet.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pipeline: script template (number hook, model on screen, CTA). Record your own voice on a ~US$50 USB mic with OBS.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Publish videos 1-2 (10-14 min) with model links in the description. Cut 3 Shorts from each.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T1 at US$39/US$129 with T2 order bump (US$49). Load the 5-email sequence in Kit.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4-12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Publish 2 long-form videos + 4-6 Shorts per week. Script Mon, record Tue, edit Wed-Thu, schedule Fri.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8-10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 6-module course C1. Pre-sell to the email list at US$249 before finishing module 6.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Month 4-6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Apply for YPP at 1,000 subs and 4,000 hours; file W-8BEN. Launch Vault month 5. Hire editor (US$25-50/video) month 6.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$385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4-6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Buys mic (~US$50), Canva ~US$15, Claude Pro US$20. Steady state adds editor at US$200-400/month from month 6.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T1 AI/SaaS Usage-Based Pricing Model: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US$39 personal / US$129 team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Course C1: Value Pricing for B2B &amp; AI: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US$249 launch / US$349 list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Teardown Vault membership: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US$15/mo or US$129/yr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$3.0k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$7.5k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70h setup · 14h/wk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Kill/pivot at month 7 if &lt;1,000 subs, &lt;600 emails and revenue &lt;US$10 per 1k views. If C1 pre-sells &lt;5 at wk 10, move the course to the LinkedIn funnel.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 Course library: AI pricing, WTP and founder finance in EN/ES/PT. Udemy for discovery, own store and Hotmart for margin, bundles and team seats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SPRINT 3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AI pricing and founder-finance courses in EN/ES/PT, built as the cheap bottom rung of a price ladder.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Free token-margin calculator, Udemy course (about US$4 net per sale), Pro Kit US$249, Data Club US$29/mo or US$290/yr, team packs and cohort licences. PT courses at R$497 on Hotmart in 12 instalments.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Seed/Series A AI-SaaS founders with a pricing change due in 90 days; Brazilian analysts and SME controllers.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Free content has concepts but no numbers (scores 5 of 10). Maven costs US$800-2,500; consultants US$2,000+. CFI and WSP are English-only.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encode into ip; feeds convert trust into high-ticket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free AI Token-Margin Calculator plus Pro Kit for founders with a live pricing decision.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Beats Maven at about 1/6 of the price, available now, with a dated 40-product teardown and a margin calculator.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Fenced ladder with two-part pricing: Pro Kit, Data Club, per-cohort licences; drop All-Access at US$199.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Dated teardown dataset, give-to-get benchmark, practitioner credibility, owned email list (each 3/5). Course videos are 1/5.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 Kit EVC US$1,050-1,445; US$249 captures 17-24%. A 2-5% lift on US$30k MRR is US$600-1,500/month (CALC).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margin floor (61% falls to 18% for heavy users), revenue lift, about 10 research hours saved.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US$199-399 Pro Kit (A1), R$297-497 PT course, US$990-2,500 per cohort, US$29-49/month data.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Keep as lead-gen rung; month-12 net about US$3,100/month (strong US$6-8k), not US$10k alone. Risk: billing vendors give a calculator free.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 Course library: AI pricing, WTP and founder finance in EN/ES/PT. Udemy for discovery, own store and Hotmart for margin, bundles and team seats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SPRINT 3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Sell the AI-pricing course as lead engine in EN/ES/PT; Udemy finds buyers, own store and Hotmart keep the margin.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Score 6 candidate courses x 3 languages on an attractiveness grid using Udemy search demand and competitors.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D3-5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10 Trade-Off Method interviews: 8 AI/SaaS founders and PMs, 2 Brazilian analysts.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Udemy, Payhip/Lemon Squeezy, Hotmart, Kit, Payoneer. Build the free AI Token-Margin and Price Floor Calculator.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 Course 1, AI &amp; Usage-Based Pricing (25-30 lectures). Build the US$197 Pro Kit with a 40-product teardown table.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Course 1. Send instructor coupons to the first 100 people to collect reviews; offer no review incentives.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 WTP and Funding courses. Localise to PT/ES. Publish Valuation &amp; FP&amp;A on Hotmart at R$397 and on Udemy.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9-10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Set up the US$297 bundle, US$199/yr All-Access, a 30% affiliate programme and a 7-email Kit welcome sequence.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12-Mo 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a US$300 PT Meta ad test; email 30 accelerators for team licences; run the defensive review in Month 4.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$250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5-6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US$60 mic, about US$60-90/mo build tools, domain. The US$300 Meta ad test can wait until Week 12.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AI Pricing Pro Kit (own store):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US$197; team US$790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Founder Finance Bundle: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US$297 (PT R$897 Hotmart)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All-Access Annual: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US$199/yr; team US$149/seat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$2.0k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$3.5k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190h setup · 6h/wk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Kill any SKU under 10 paid sales/mo after 90 days; kill PT ads if cost per lead over R$10. Scale: Pro Kit 15+ sales/mo launches a US$995 Maven cohort.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 Two calculator sites: AI/SaaS pricing and valuation tools (EN, USD) plus Brazil USD-earner tax and FX tools (PT, BRL and USD)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SPRINT 3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Free AI/SaaS pricing and Brazil USD-earner tax calculators feeding templates, affiliates and consulting leads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Two calculator sites (EN and PT). Money comes from templates (US$39-149, R$97), a US$750 teardown, widget licences, affiliates and ads. Calculators stay free; only the save button is email-gated.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SaaS/AI founders changing pricing; Brazilian devs paid in USD as PJ. Trigger: a pricing change or first foreign offer.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Generic tools handle seats, not token COGS or credits. Brazilian PJ workers have no single tool for Simples annex, Fator R and USD receiving costs.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encode into ip; feeds convert trust into high-ticket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PT 'PJ internacional' tools plus EN 'AI feature cost and pricing' calculator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Niche depth, dated data and expert author versus generic calculator sites, platform simulators and ChatGPT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Free tools for traffic; templates US$39/59/79, bundle US$149; teardown US$750; widget licence US$20-60/month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Weak: maintained data, credentials, backlinks and email list score 3 of 5; code scores 1. Lock-in for free tools is weak.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EVC: Brazil PJ about R$1,000-3,000/month against a R$97 template; EN template worth thousands of USD against US$79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5 margin points on US$1M ARR = US$50k/yr; Simples 15.5% vs 6% saves about R$2,850/month on R$30k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founders US$49-149; PJ devs R$47-147; students US$19-49; accountants US$20-60/month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Supporting stream: US$1-3k/month net by month 12, ads well under US$1k. Will not clear US$10k before month 18-24; needs 10-15 h/week.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 Two calculator sites: AI/SaaS pricing and valuation tools (EN, USD) plus Brazil USD-earner tax and FX tools (PT, BRL and USD)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SPRINT 3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Calculators keep clicks that AI Overviews can't answer; you can build pricing, valuation and PJ tax/FX tools few content sites match.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Mon-Tue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Keyword triage: 300 seed keywords per site (Keyword Planner, Ahrefs free). Keep tool intent, KD under 20, weak SERPs.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Wed-Fri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Buy 2 domains. Scaffold Astro site on Cloudflare Pages. Add Search Console, Plausible, consent banner.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Ship 4 EN calculators: LLM API cost, usage vs seat simulator, SaaS valuation, LTV/CAC. Add 1,200-1,800 word explainers.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Ship 4 PT calculators: PJ x CLT, Fator R, USD receiving cost (BCB PTAX API), 'quanto cobrar em dólar'. Verify tax logic.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EN-01 and PT-01 in Sheets with Loom. Set up Lemon Squeezy and Hotmart/Kiwify. Add email capture and sequences.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Apply to affiliate programs (Wise, Payoneer, Deel) and AdSense. Launch on Show HN, Product Hunt, Indie Hackers.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6-10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Release embeddable calculators with do-follow links. Build comparison hubs from real fee data. Ship EN-02, EN-03.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11-12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Productise US$750 Pricing Teardown: Tally intake, Calendly, payment link, report template. Mo 5-6: US$300 max ad test.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$175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5-8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Buys 2 domains, Claude Pro US$20, Plausible US$9, accountant review R$300-600. Ad test waits until month 5-6.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EN-01 Usage-Based Pricing Model: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US$79 (launch US$49)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PT-01 Planilha PJ Internacional: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R$97 (~US$18)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Pricing Teardown (fixed-scope service):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US$750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$3.0k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$6.5k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140h setup · 12h/wk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Month 4: if &lt;50k impressions/month and &lt;3 pages in top 20, stop adding pages and spend 4 weeks on links. Month 9: net &lt;US$500 and &lt;10k sessions, cut to 2 h/week.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 Pricing and Valuation Framework Licensing: toolkits for accelerators, bootcamps and universities, plus paid workshops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SPRINT 3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Licensed pricing and valuation teaching toolkits for accelerators, universities and corporate pricing teams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Ready-to-teach curriculum with models, cases and facilitator guides in EN/PT/ES: US$149 personal, US$2,500 cohort, US$6,000 annual institutional licence, plus paid workshops and white-label at US$15,000.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Seed accelerator directors, then faculty and corporate pricing teams. Trigger: curriculum planning before a cohort.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Accelerator and MBA curricula lack usable material on usage-based and AI pricing. Generic slides skip tokens, inference cost floors and credits.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encode into ip; feeds convert trust into high-ticket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"Pricing AI and usage-based products" cohort module for seed accelerators via Hult Prize, Venture Cafe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Reusable licence versus consultant workshops, HBP cases and Reforge/Maven; finance-grade models, EN/PT/ES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Tiered licence by learners reached; fences: use rights, cohorts, languages, update rights; about 25-35% of EVC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Moderate: update speed, trilingual LatAm ties and personal network score 3 of 5; copyright scores 1. Certified mentors add switching costs.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EVC: accelerator about US$17-21k/yr (price US$6,000); university section US$4.4-5.8k (price US$1,500)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5% ARR uplift on 20 startups at US$250k = US$250k ARR; US$6-10k consultant fees saved; 40 hours prep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accelerators US$2,000-6,000/yr; faculty US$15-30 per student; corporate US$5,000-20,000/yr; founders US$49-199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Viable supporting stream, not a floor-clearer: about US$5.5k/month net at month 12. Main risk: HBP, Reforge or vendors bundle free content.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 Pricing and Valuation Framework Licensing: toolkits for accelerators, bootcamps and universities, plus paid workshops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SPRINT 3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Accelerators, bootcamps and MBAs lack AI/usage-pricing teaching material; your consulting plus MBA/MFin gives a licensable toolkit.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Mon-Tue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Pick flagship 'Pricing AI and Usage-Based Products'. Write module outline (value metric, EVC/WTP, packaging, rollout).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Wed-Fri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6 spreadsheet models with locked formulas, input tab, output chart, instructions tab. Test each on 3 scenarios.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~60-slide facilitator deck (3-hour and 8-session versions). Open Lemon Squeezy (US$149/490), Carrd page.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Message 40 named contacts (Hult Prize, Venture Cafe): offer a free 60-min guest session for feedback and a testimonial.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list of 300 accelerator contacts and 150 faculty. Send 4-email EN/PT/ES sequence, 30/day, from a warmed domain.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Deliver 2 pilot sessions; collect NPS and 2 testimonials each. Run a free Maven Lightning Lesson in week 5.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Convert pilots with 3 options: Annual US$6,000, Cohort US$2,500, Founding Annual US$3,600 (14-day expiry).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Month 3-4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Train-the-Trainer (founding US$800). Build 'Pricing Coach' GPT for licensees. Refresh quarterly for renewals.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$250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$190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8-10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Buys ~2 months of Sales Navigator (~US$99, months 1-3 only), Instantly ~US$37, Workspace, Claude, Carrd.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Value Pricing Toolkit, Personal / Team: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US$149 one-off / US$490 per year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Accelerator Cohort Licence: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US$2,500 per cohort; US$6,000/year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Live virtual workshop (half-day):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US$2,500-3,500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$1.2k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$5.5k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$9.0k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120h setup · 10h/wk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Kill/downgrade to self-serve at wk 12 if &lt;2 paid institutional contracts after 450 contacts and 2 pilots, or NPS &lt;30. Keep only the US$149 toolkit.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3.5 Hotmart/Kiwify/Udemy affiliate stream: a "vale a pena?" review hub for finance-career and travel courses, in PT-BR and EN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SPRINT 3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Independent 'vale a pena?' review hub for finance-career and travel courses, earning affiliate commission.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PT-BR reviews and DCF/LBO/FP&amp;A tutorials lead to affiliate links with an exclusive template bonus. Income is 30-60% commission on Hotmart/Kiwify sales; the email list later supports his own course.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Brazilian engineers and accountants (22-35) moving into finance, paying by card or Pix in 12x; producers pay commission.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Buyers cannot tell which Hotmart finance courses are real. Sales pages overpromise, and no credentialed PT-BR reviewer shows course insides.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encode into ip; feeds convert trust into high-ticket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PT-BR 'vale a pena' reviews and DCF/LBO/FP&amp;A tutorials for engineers moving into corporate finance.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producer pages and generic affiliate blogs: MBA+MFin first-hand tests, 'who should not buy', bonus templates.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Percent of net sale: 40%+ now, ask 55-60% after 10-20 sales; prefer recurring products; later his own course.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Owned email/Telegram list (4/5), credentials and template library (3/5). Affiliate links themselves are 1/5; buyers can go direct.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Producer EVC about R$235-260 per sale (47-52% of a R$497 ticket); learner gains R$120-220 (CALC).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R$200 CAC replaced by commission paid on retained sales; refunds 5% vs 12% (assumed) saves about R$35.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 (assumed): R$300-1,000 per course (BR switchers), US$200-600 (EN recruits), US$10-20 on Udemy.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Do it as an audience layer: about US$600/mo (conservative) to US$2,200 (base) at month 12. Risk: AI answers cut clicks, SEO takes months.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3.5 Hotmart/Kiwify/Udemy affiliate stream: a "vale a pena?" review hub for finance-career and travel courses, in PT-BR and EN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SPRINT 3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Calebe has a real edge reviewing finance-career courses; 'vale a pena' searches have high buyer intent in PT-BR and EN.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Hotmart, Kiwify and Eduzz accounts; apply to Udemy, Wall Street Prep, BIWS and CFI affiliate programs.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D2-3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Screen products: commission 40%+, hot temperature, clean sales page, good Reclame Aqui score.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D4-5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Collect about 150 PT/EN queries in Keyword Planner and cluster into reviews, X-vs-Y and lists.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WordPress with Rank Math and Pretty Links. Build the free DCF template and a buyer-only bonus (Tally).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Publish 8 money pages (vale a pena reviews, best courses 2026, WSP vs BIWS vs CFI). Start a faceless YouTube channel.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Telegram and WhatsApp channels; publish 2 articles, 1 video, 3 Shorts weekly; answer questions on Reddit and Quora.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6-8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a max US$300 ads test to own review pages; review Hotmart src reports; drop products with refunds above 15%.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9-12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Email the 2 best sellers for higher commission and coupons; prepare Black Friday coupon page and countdown emails.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6-10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Hosting, domain, AI plan and ElevenLabs for about 2 months. The US$300 ad test is optional and can wait.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PT-BR finance courses (Hotmart/Kiwify):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30-60% of R$197-997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EN modeling programs (CFI, WSP, BIWS):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Commission UNKNOWN; about US$20-150/sale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Free Kit Analista (Telegram + email):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Free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$2.2k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$4.5k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70h setup · 10h/wk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Month 6: kill new content if under 1,500 sessions/mo, under US$150 net and no page over US$0.05/visit. Scale if 3 pages earn over US$0.15/visit.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 LatAm Finance Jobs: a niche board for remote finance, pricing, FP&amp;A and valuation roles verified open to Brazil/LatAm, with a newsletter, paid employer posts and a placement upsell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SPRINT 3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Finance and pricing job board verified open to LatAm, with USD pay shown and a graded modelling-test badge.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Candidates use it free. Employers pay: Featured post US$299, Vetted Shortlist US$1,500 (credited to placement), flat placement US$6,500 analyst or US$9,000 manager. Newsletter sponsors pay per 1,000 opens.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US/EU scale-ups of 20-500 staff opening a first LatAm finance seat after hiring engineers via Deel or Remote.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LinkedIn 'remote' draws ineligible applicants. Get on Board, Revelo and Torre are tech-first; The Finance Nomad is US-centric.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encode into ip; feeds convert trust into high-ticket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Brazilian FP&amp;A and pricing analysts placed at US Series A-C SaaS firms already paying Brazilians via Deel.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LinkedIn and nearshore firms: verified eligibility, graded test, flat published fees, no monthly markup.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Per post, per hire (shortlist, placement), per 1,000 opens (sponsors). Anchor: US$9.6-12k agency fee.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Graded candidate pool, owned newsletter list, repeat-hire accounts (each 3/5); scraper plus classifier 1/5. Multi-homing is cheap.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Featured post EVC about US$915 gross, US$460-640 after traffic discount; 5.3 screening hours = US$390 (CALC).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US$34-48k/yr seat saving (US$90k US vs US$42-56k LatAm), agency fee avoided US$2.4-5.5k per hire.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Featured US$200-400, shortlist US$1,000-2,000, placement US$5-7k; unvalidated until 10 TOM interviews.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GO with a 6-month kill gate; about US$1.5-4k/mo by month 12. A funnel, not a pillar. Risk: LinkedIn or Get on Board adds eligibility tags.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 LatAm Finance Jobs: a niche board for remote finance, pricing, FP&amp;A and valuation roles verified open to Brazil/LatAm, with a newsletter, paid employer posts and a placement upsell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SPRINT 3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No board lists finance and pricing roles verified open to LatAm; one script feeds it and employers pay per post.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Buy the domain; set up WordPress with WP Job Manager, salary and LatAm-eligibility fields, 3 categories.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D2-3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Write a Python fetcher for Greenhouse, Lever and Ashby job endpoints; seed 300 companies; run on GitHub Actions cron.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D4-5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Add an LLM eligibility classifier; only "explicit" gets the Verified tag, "likely" goes to a 15 min/day manual queue.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Auto-publish 150 verified free listings with EN/PT/ES SEO pages. Launch the newsletter; set up Stripe links and Make.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 value threads on r/FPandA; email 40 founders and CFOs to claim listings. Interview 10 hiring managers.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candidate pool with a graded modelling test. Send marquee employers an applicant report and the US$299 offer.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6-8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Pitch packs to 25 staffing firms. Launch the US$1,500 Vetted Shortlist to Featured buyers. Add US$29/US$79 cross-sells.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3-6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Sell newsletter sponsors past 2,000 subscribers; publish 2 salary data posts a month; run the Month 6 kill/scale review.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4-8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Domain, hosting and Claude API for early months; free tiers elsewhere. The US$300 ad test and Apollo can wait.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Standard / Featured Post: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US$149 / US$299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Vetted Shortlist: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US$1,500 flat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Placement (contingent):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15% of year-1 comp, min US$4,000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$250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$3.2k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$6.0k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60h setup · 7h/wk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Month 6: kill or shrink to a newsletter if paid posts under 3/mo, subscribers under 1,200 or median apply clicks under 15. Scale at 8+ posts/mo and a placement.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3.7 Brazil Hiring Cost Desk: an EOR, contractor-payroll and fintech referral engine (Deel, Remote, Oyster, Rippling, Wise, HubSpot)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SPRINT 3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Vendor-neutral Brazil hiring cost calculator that earns EOR and fintech referral bounties plus buyer kits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Free 3-path calculator (PJ contractor, EOR, own entity). Money comes from vendor bounties (Deel US$1,500, Rippling US$1,600), a US$129 kit, a US$590 review and a US$990/yr agency desk.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EOR vendors pay per customer; users are US/EU founders and ops leads on a first Brazil hire. Trigger: offer stage.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Vendor calculators price only their own EOR and skip 'you do not need us yet'. Nobody quantifies pejotização exposure in USD.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encode into ip; feeds convert trust into high-ticket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PT-language contractor hub that sends employers to the English calculator, then to vendor referrals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Neutral 3-path numbers from Portuguese sources versus Deel/Remote guides and G2 or Forbes comparison pages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Vendor CPA US$1,500 or 15% of first-year fees; buyer ladder US$129 / US$179 / US$590 by decision size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Weak and manufactured: no scoring above 3 of 5; bounties are mostly one-time. Updates tier, Cost Index and agency embeds add stickiness.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Vendor EVC US$3.2-8k per customer (paid-search CAC) against a US$1.4-1.6k bounty; buyer EVC about US$1-3k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US$6.9k/yr EOR over-spend avoided; about US$9k/yr pejotização exposure (up to US$45k over 5 years)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vendors US$1,400-1,600 published; kit US$79-149; review US$490-990; agencies US$600-1,200/yr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Worth building as a slow secondary stream: US$1-2k/mo at month 12 is realistic. Main risk: Deel or AI answers absorb the neutral query.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3.7 Brazil Hiring Cost Desk: an EOR, contractor-payroll and fintech referral engine (Deel, Remote, Oyster, Rippling, Wise, HubSpot)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SPRINT 3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EOR bounties pay US$1,500 per Deel customer; generic comparison pages are vendor-owned. Calc plus Brazil cost data fills the gap.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Apply to affiliate programs: Deel, Remote, Oyster, Rippling, Wise, HubSpot.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Buy domain (~US$10/yr). Deploy Cloudflare Pages site with disclosure, methodology and About pages showing credentials.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D3-5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Brazil cost engine in Google Sheets from primary PT sources: CLT, 13th, vacation, FGTS 8%, employer INSS.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Turn the Sheet into a web calculator (contractor / EOR / entity). Gate PDF by email. Add 'Get 3 EOR quotes' Tally form.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8 interviews. Publish 8 money pages (1,500-2,500 words) with calculator and dated price tables, plus PT hub.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US$79 Hiring Kit and US$39 add-on on Lemon Squeezy. Answer 15 Reddit/IH threads weekly. Reply to quotes in 24 h.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7-8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Publish 'Brazil Hiring Cost Index 2026', pitch 20 HR newsletters. Launch biweekly LatAm Hiring Brief newsletter.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9-12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Add 12 more pages. Email 10 smaller EORs for CPA deals (US$500-1,000 anchor). Optional Google Ads test up to US$400.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$110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6-10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Buys domain, Claude Pro (shared), optional Plausible US$9. Months 4-12 add paid Kit/Beehiiv ~US$39, Descript.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Get 3 EOR quotes routing (free to buyer):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US$0; Deel US$500 SQL + US$1,000 won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Brazil Hiring Kit (Sheet + checklists):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US$79 (bump US$39)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Async Brazil hiring review: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US$490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$300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$3.5k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$6.5k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90h setup · 8h/wk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Kill/pause at month 6 if &lt;2 credited SQLs and &lt;1,000 organic visits/mo; keep calculator as lead magnet, move 8 h/wk to async-reviews.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75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3.8 AI adoption playbooks for LatAm SMEs in PT and ES, starting with pricing and finance (Hotmart PT/ES + Udemy ES)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SPRINT 3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AI playbooks for pricing, margins and cash flow aimed at LatAm small businesses, in Portuguese and Spanish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Free kit, R$47 tripwire, R$297 core course (R$497 with 2 calls), R$47/month club, B2B workshops of R$2.5-8k and white-label licences. Sold on Hotmart PT/ES and Udemy ES.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Brazilian owners of businesses with 2-49 staff who do not know their real margin. Trigger: margin squeeze or fee change.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Generic 'ChatGPT para negócios' courses are prompt lists. Owners lack a clean unit-margin model and finished, vertical workflows to plug AI into.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encode into ip; feeds convert trust into high-ticket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'Precificação com IA' for restaurants, delivery and marketplace sellers, then wider AI playbooks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Finance and pricing focus by an MBA/MFin consultant versus generic courses, Sebrae free content and Alura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One-off per business, club R$47/month or R$397/year, B2B per event; core at R$297, R$397 after 30 testimonials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Weak to moderate: email list, SC channel ties and YouTube SEO score 3 of 5. Updated templates and white-label embeds add lock-in.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 about R$15,900 first year for a R$60k/month business; R$3,200 after an 80% discount, so R$297 is about 9%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1 margin point on R$60k/month = R$600/month; 3 h/week saved = R$645/month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MEI R$27-97; SMEs R$197-497; accountants R$800-2,400/yr; associations R$2,500-8,000 per workshop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Proceed as a mid-tier stream: about US$4k/month net at month 12. Main risk: Meta, Google or marketplaces bundle AI help free.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3.8 AI adoption playbooks for LatAm SMEs in PT and ES, starting with pricing and finance (Hotmart PT/ES + Udemy ES)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SPRINT 3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PT/ES AI courses are generic prompt lists; a pricing-and-finance AI wedge from an MBA+MFin consultant is hard to copy.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Hotmart producer, Udemy instructor, MailerLite, Google Workspace accounts. Talk to a contador.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D3-7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Check demand in Google Trends and YouTube for 30 keywords. Run 10 discovery calls and a Van Westendorp survey.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free lead-magnet Google Sheet (markup, margin, break-even, channel fees) + 25 tested prompts. Carrd, MailerLite.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 5-lesson tripwire in OBS; sell at R$47 on Hotmart with order bump, 50% affiliation. Publish 6 faceless PT videos.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Meta Ads test: R$1,500 (~US$280) over 10 days, 3 creatives, sending Brazil 25-55 to the free kit.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5-7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core playbook (6 modules, ~35 lessons) and template vault: Custom GPT instructions, n8n/Make blueprints.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core at R$297 with 6-email sequence and a live webinar. Add Clube upsell and R$37 vertical pack bump.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8-12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Spanish track: translate, re-voice with ElevenLabs, publish Udemy ES course 1. Pitch 60 B2B targets.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4-6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Buys Meta ad test (~US$280) plus ~1 month of Claude, ElevenLabs, Canva, Workspace. Ads not in monthly cost.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Tripwire mini-course (Precificação IA):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R$47 (ES US$17)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Core 'IA na PME: Playbook de 30 Dias':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R$297 (ES US$67)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Clube IA &amp; Lucro (recurring):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R$47/mo or R$397/yr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$4.0k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$7.0k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150h setup · 10h/wk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Kill/pivot if &lt;15 pre-buys of core at R$197 by wk 6 despite 1,000+ leads: test accounting-firm B2B wedge. Stop ads if month-6 net &lt;US$500 and CPL &gt;R$10.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 Article 4 AI-literacy kit for EU SMEs: role-based mini-course in ES/PT/DE/EN with completion records, sold as annual seat bundles mostly through external DPOs, IT MSPs and accountants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SPRINT 3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White-label Article 4 AI-literacy course with evidence register for EU SMEs, sold via DPOs and accountants.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Role-based 20-25 minute tracks in ES/PT/DE/EN with a dated register PDF and AI use policy. Annual seat bands: Micro EUR 149, Starter EUR 290, Business EUR 690. Partners pay EUR 4 per seat.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External DPOs, IT MSPs and accountants serving 20-300 SMEs; direct SME managers with 10-250 staff.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Free and cheap courses issue certificates but leave the SME to build the register and policy itself. Content is generic and mostly DE/EN.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5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encode into ip; feeds convert trust into high-ticket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external DPOs and accountants in Portugal, then Spain; target 10 partners with 10-20 clients each.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Modulos (free) and Provimedia (EUR 9.90/head): register, policy, finance scenarios, ES/PT, white-label.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Annual prepaid seat bands; partners EUR 4/seat (min 100), EUR 3 at 1,000+, white-label add-on EUR 290/yr.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Partner embedding is the strongest lock-in (3/5). Content is copyable with AI dubbing; 94% gross margin allows EUR 2.50/seat.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 EUR 822 vs Modulos and about EUR 1,036 vs Provimedia for 25 staff; EUR 290 is 28-35% of it (CALC).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register saves 6 h (EUR 210), policy replaces EUR 300-600 drafting, 65 minutes per head saved.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EUR 99-190 micro, EUR 250-390 small ES/PT, EUR 400-700 DACH, EUR 3-5 per seat for partners.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Run as partner-led cash stream, US$1-4k/month base; does not clear US$10k. Risk: heyData, DataGuard or Microsoft bundle it free.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78</a:t>
            </a:fld>
            <a:endParaRPr lang="en-US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 Article 4 AI-literacy kit for EU SMEs: role-based mini-course in ES/PT/DE/EN with completion records, sold as annual seat bundles mostly through external DPOs, IT MSPs and accountants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SPRINT 3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EU SMEs must document staff AI literacy (enforceable since 2 Aug 2026); partners sell seats so Calebe does little direct selling.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Read Article 4, the Commission Q&amp;A and the Omnibus change. Buy and log 3 competitor courses to find gaps.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D3-5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Script 4 role tracks in EN as 5-7 lessons of 3-4 minutes each, with Finance and Sales scenarios.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Produce EN video; dub to ES/PT/DE with native review. Build the Next.js/Supabase delivery app with PDF register.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Export SCORM 1.2 packages; test in SCORM Cloud. Open Paddle, ask about Brazil payouts. Build 4-language landing page.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Pilot free with 3 SMEs (Spain, Portugal, DACH). Build the partner kit with a 30% recurring referral link.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Send 25 LinkedIn notes per weekday to DPOs and IT MSPs. List on OpenSesame; publish 8 SEO articles.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a US$300 Google Search test in ES and PT; kill any keyword with CPA over EUR 150 after 30 clicks.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3-6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Add Finance track and Evidence Pack upsell, automated renewal emails (day -45, -14, -3) and a public changelog page.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$800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$250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4-8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Two months of video, Sales Navigator, Vercel; US$300-500 native reviewers. The US$300 ad test can wait.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Starter Team (25 seats) / Business (100):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EUR 290/yr / EUR 790/yr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Partner white-label: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EUR 49/mo + EUR 4/seat/yr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SCORM licence / Evidence Pack: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EUR 990/yr / EUR 490 one-off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$350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$2.3k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$3.8k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95h setup · 6h/wk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Month 4: kill or make the course a free lead magnet if under 3 paying partners and under 10 paying companies. Scale at 10+ partners by Month 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79</a:t>
            </a:fld>
            <a:endParaRPr lang="en-US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11094415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4 · Output layer · Convert trust into high-ticket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11094415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Role: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Monetise the audience and credibility built upstream with retainers, success fees and deal flow.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Consumes: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Inbound trust from layers 2-3, case studies, network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Produces: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Retainers, success fees, deal flow, the US$10k floor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Trigger: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Opens when net income is US$5k+/month and the growth fund holds US$3k+. (Months 6-15)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7 streams, run in sync: Fractional pricing lead · VC scout desk · Expert matching desk · SC export desk · CBAM/EUDR data packs · Lei do Bem advisory · Finance AI automation</a:t>
            </a:r>
            <a:endParaRPr lang="en-US" sz="16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4 at a glance: launch in this order</a:t>
            </a:r>
            <a:endParaRPr lang="en-US" sz="2800" dirty="0"/>
          </a:p>
        </p:txBody>
      </p:sp>
      <p:graphicFrame>
        <p:nvGraphicFramePr>
          <p:cNvPr id="8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6126480"/>
                <a:gridCol w="868680"/>
                <a:gridCol w="1280160"/>
                <a:gridCol w="777240"/>
                <a:gridCol w="777240"/>
                <a:gridCol w="8503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 (original playbook name)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risk $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cash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Fractional Pricing and Monetization Lead (plus light FP&amp;A) for funded AI/SaaS startups, entered through a fixed-fee pricing sprint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5-8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VC Scout + Founder Raise-Readiness Desk (Brazil/LatAm B2B AI deal flow sold to EU/US funds, paid by founders and funds on flat fees)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matching desk for AI/SaaS monetization experts: fixed-scope pricing sprints first, then fundraising-readiness and GTM, taking 15-20%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3-5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 Export Desk: EU-Mercosur tariff-cut analysis, EU price corridors, buyer matching and a US tariff-exposure review for Santa Catarina exporters (EUR/USD/BRL)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 and traceability data packs for Brazilian exports to the EU: CBAM, EUDR and VSME, paid in EUR and priced on the money the buyer saves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2-6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Innovation-incentive advisory for Santa Catarina mid-market firms: Lei do Bem, Finep, BNDES, Embrapii, FAPESC (success fees, BRL)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6-9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Finance-led AI automation studio for SMEs: fixed-price "Finance Ops Autopilot" builds plus monitored retainers, sold directly to owners and white-labelled through bookkeeping and fractional-CFO firms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81</a:t>
            </a:fld>
            <a:endParaRPr lang="en-US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4: how these ideas differ (1/2)</a:t>
            </a:r>
            <a:endParaRPr lang="en-US" sz="280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139135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pays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Unmet need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Fractional pricing lead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 or CRO at a Seed+ to Series B AI/SaaS firm, US$1-20M ARR, no pricing owner. Trigger: new round or low margin.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Pricing and Margin Diagnostic (async): US$2,500 (test 1,500/2,500/3,500); Usage-Based Pricing Sprint: US$7,500-12,000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Seat pricing breaks when inference costs are real. Generalist fractional CFOs report margin but do not redesign pricing; strategy firms cost US$100k+ and leave.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VC scout desk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Brazil/LatAm pre-seed to Series A founders raising in USD within 60-90 days; also accelerators, VC platforms and CVCs.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Raise-Ready Sprint FULL: US$2,500 flat, 50% upfront; Fractional Investor-Readiness Advisor: US$1,500/mo + 0.25-0.5%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Founders can't turn BRL books and AI inference costs into US-VC metrics. Fiverr gives no judgment, deck agencies no numbers, mentors no deliverable.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 matching desk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Founders at Seed to Series B AI/SaaS firms (US$0.5-30M ARR) launching AI pricing or facing inference-cost margin loss.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Pricing Teardown (entry): US$490 (US$290 first 10 buyers); Monetization Sprint (matched): US$7,500 fixed; desk keeps US$1,500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Founders can't tell a real pricing expert from a generalist, and big firms are too slow and costly. Freelance work is open-ended.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 export desk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Owners and export managers at SC manufacturers with R$20-300M revenue. Trigger: an EU duty step or US order repriced.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NCM Opportunity Report: R$297 (~US$55) or US$69; Export Readiness Diagnostic: R$4,900 (founding R$2,900)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tools give the tariff rate, not the money. Nobody local prices for exporters or builds a researched EU buyer list; Apex programmes are slow and generic.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82</a:t>
            </a:fld>
            <a:endParaRPr lang="en-US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4: how these ideas differ (2/2)</a:t>
            </a:r>
            <a:endParaRPr lang="en-US" sz="2800" dirty="0"/>
          </a:p>
        </p:txBody>
      </p:sp>
      <p:graphicFrame>
        <p:nvGraphicFramePr>
          <p:cNvPr id="8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139135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pays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Unmet need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CBAM/EUDR data packs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 foundries importing Brazilian pig iron on CBAM defaults; SC timber exporters facing EUDR on 30 Dec 2026.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Workbooks T1/T2/T3 (CBAM/EUDR/VSME): US$149 / US$79 / US$99; CBAM Verifier-Ready Data Pack (D1): EUR 4,500 (+1,500 per route)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verified emissions data exists for Brazilian plants. Software gives an English form, verifiers cannot prepare their own data, Big 4 bills hourly.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do Bem advisory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CFOs of Lucro Real SC manufacturers and tech firms (R$30M-800M revenue), in Q4 planning before the 31 Jul deadline.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Diagnostico Lei do Bem + Fomento: R$4,900 one-off (about US$900); Lei do Bem full annual cycle: 10% of tax benefit; min R$25,000/yr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Mid-market firms leave the 20.4-34% R&amp;D deduction unclaimed or claim it with weak documentation. Large consultancies chase big accounts.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AI automation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Owners and controllers of US$1-20M B2B firms on QuickBooks or Xero, triggered by a job post for an AP or AR clerk.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ROI Audit: US$490 (credited to build); AP Inbox-to-Ledger Autopilot (SKU A): US$2,500 setup + US$390/mo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Agencies sell chatbots with no CFO-grade ROI case. Native SaaS misses cross-system flows, and freelancers vanish after go-live.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83</a:t>
            </a:fld>
            <a:endParaRPr lang="en-US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 Fractional Pricing and Monetization Lead (plus light FP&amp;A) for funded AI/SaaS startups, entered through a fixed-fee pricing sprint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SPRINT 4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Fractional pricing and monetization lead plus light FP&amp;A for funded AI/SaaS startups, via a pricing sprint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US$2,500 async Diagnostic (credited), US$7.5-12k Sprint, then retainers of US$4,000 (pricing) or US$7,500 (pricing and FP&amp;A) per month. Fundraise add-on US$5,000.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Founder or CRO at a Seed+ to Series B AI/SaaS firm, US$1-20M ARR, no pricing owner. Trigger: new round or low margin.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Seat pricing breaks when inference costs are real. Generalist fractional CFOs report margin but do not redesign pricing; strategy firms cost US$100k+ and leave.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amplify distribution; feeds compound with capital and team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US$2,500 async Diagnostic on AI pricing and margin, then Sprint, retainer, and FP&amp;A expansion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Pricing design plus finance in one person, starting in a week, versus FTE hires, strategy firms and generalist CFOs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Fixed-fee packages and retainers fenced by hours and SLA; show FTE cost of US$16-23k/month as anchor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Moderate: skill mix, case library and embedded client models score 3 of 5. Model ownership and monthly board cadence create switching costs.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 about US$25-43k/month against pricing at US$4-7.5k/month (10-30% of EVC)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2-5% ARR uplift (US$40k-500k/yr), 3-10 margin points, US$8.5-19k/month saved versus an FTE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Series A-B US$5-10k/month; Seed+ US$1.5-3k Diagnostic; EU EUR 4-8k/month; Brazil R$12-25k/month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Go as the hours leg: base case about US$12k net/month at month 12. Not passive or faceless; unknowns: outreach conversion, retainer life.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84</a:t>
            </a:fld>
            <a:endParaRPr lang="en-US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 Fractional Pricing and Monetization Lead (plus light FP&amp;A) for funded AI/SaaS startups, entered through a fixed-fee pricing sprint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SPRINT 4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Few people do both AI pricing design and the finance behind it; Seed-B AI startups need both. Likeliest route to US$10k+/month.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Check Mercor and consulting contracts for non-compete/IP clauses. Open Brazilian PJ (CNPJ) via accountant, plus Wise.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D3-5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3 proof assets with no client data: AI Pricing Margin Calculator (Google Sheets), sample memo, sample board pack.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one-page site with 3 priced offers and Calendly. Apply on Fractional Jobs, GoFractional, Paro, Toptal, Contra.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300-company target list (Seed-B, raised in last 120 days, 15-150 staff). Message 60 warm contacts.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4+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Send 20 trigger-based cold emails/day pitching the Diagnostic. Wk 4-6: email billing vendors (Metronome, Orb) for deals.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Deliver first 1-2 Diagnostics (US$1,500 founding price for a testimonial). Send Sprint proposal within 24 h of readout.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Month 2-3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Deliver first Sprint with WTP survey. Convert Sprint clients to retainers (US$4-7.5k/month), capped at 10 h/week.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Month 4-12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Raise prices after 3 testimonials: Diagnostic US$3,500, Sprint US$12k, retainer from US$5k. Hire analyst month 9-12.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$350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5-8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Buys Workspace, Crunchbase ~US$49, cold-email tool ~US$37, LLM US$20 for ~2 months, plus accountant.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AI Pricing and Margin Diagnostic (async):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US$2,500 (test 1,500/2,500/3,500)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Usage-Based Pricing Sprint: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US$7,500-12,000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Fractional Head of Pricing retainer: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US$4,000-7,500/month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$2.2k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$12.0k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$16.0k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60h setup · 25h/wk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Kill/pivot at day 90 if no paid Diagnostic and &lt;8 qualified calls after 1,000+ emails. Test BRL Diagnostic and white-label to fractional CFOs first.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85</a:t>
            </a:fld>
            <a:endParaRPr lang="en-US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 VC Scout + Founder Raise-Readiness Desk (Brazil/LatAm B2B AI deal flow sold to EU/US funds, paid by founders and funds on flat fees)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SPRINT 4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Flat-fee raise-readiness packages for Brazil/LatAm B2B AI founders, plus deal flow for foreign funds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Fixed-fee audit (US$950), Raise-Ready FULL (US$2,500-3,500) and PLUS, plus cohort licenses and fund deal packs. Scout carry and FAST equity are unpaid options.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Brazil/LatAm pre-seed to Series A founders raising in USD within 60-90 days; also accelerators, VC platforms and CVCs.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Founders can't turn BRL books and AI inference costs into US-VC metrics. Fiverr gives no judgment, deck agencies no numbers, mentors no deliverable.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amplify distribution; feeds compound with capital and team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Florianopolis/ACATE B2B AI startups 30-90 days from a USD seed; US$950 Model and Pricing Audit.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Fiverr modelers, deck agencies, mentors: VC-grade model plus usage pricing story in English, in 5-10 days.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Flat fees by stage band, never a % of the round; retainer US$1,200-1,800 plus FAST grant; cohort license BRL 30k.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Moderate: LatAm benchmark dataset (3/5), local presence in Florianopolis (3/5), skill bundle (3/5), institutional contracts (3/5).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FULL Sprint EVC about US$10-20k; US$2,500 captures only 12-25%, so seed band is US$3,500.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1.4 points less dilution (about US$105k paper value), faster close, 10% ARPA uplift on US$300k ARR.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seed founders US$2,500-4,000 FULL; lead in sight US$4,500-7,000 PLUS; CVCs US$2,500-4,000/month.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Viable but labour-heavy, not passive: about US$4-9k/month net by month 12, 18-20 h/week. Risks: AI models, securities rules.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86</a:t>
            </a:fld>
            <a:endParaRPr lang="en-US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 VC Scout + Founder Raise-Readiness Desk (Brazil/LatAm B2B AI deal flow sold to EU/US funds, paid by founders and funds on flat fees)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SPRINT 4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Brazil/LatAm founder access plus MBA/MFin models sells flat-fee raise prep now. Scout carry is a free long-shot add-on.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Apply to scout programs (Allied VC, SHL.vc, Republic, Zacua). Build Sprint templates: model, slides, valuation tab.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D4-5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Write EN/PT sales page on Carrd with 3 Sprint SKUs. Open Wise Business and ask a contador about PF vs PJ billing.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Turn 10 anonymised analyses into LinkedIn posts (EN/PT). Build list of 150 Brazil/LatAm B2B SaaS/AI startups.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Send 15 LinkedIn DMs/day offering a free 30-min readiness review; book 8 calls. Pitch Venture Cafe and ACATE for talks.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Close first 2 Sprints (LITE at US$600 for testimonials). Deliver with 1-page memo; submit fundable founders to scouts.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6-8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sample Deal Memo #0 with 8 companies. Email 60 EU/US seed funds a US$2,000/mo 3-month pilot. Add FAST templates.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9-12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Raise to LITE US$900, FULL US$2,500, PLUS US$4,500. Start free newsletter. Automate intake with Tally, Make, Claude.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4-6+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Cut dead scout programs. Hire analyst at US$8-12/h for 10h/wk. Run quarterly Brazil B2B AI demo calls for funds.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$110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4-6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Carrd US$19/yr, Claude US$20, Make ~US$10, contador ~US$55-110/mo. Defer analyst (US$350-500/mo) to month 5.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Raise-Ready Sprint FULL: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US$2,500 flat, 50% upfront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Fractional Investor-Readiness Advisor: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US$1,500/mo + 0.25-0.5% equity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Outsourced LatAm Scout Retainer: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US$2,000/mo (3-mo min)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$2.2k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$7.0k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$9.5k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45h setup · 14h/wk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Week 10: under 2 paid Sprints from 600+ DMs = drop founder services, keep scout seats plus fund pitch. Scale at 4+ Sprints/month or 1+ fund retainer.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87</a:t>
            </a:fld>
            <a:endParaRPr lang="en-US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 Managed matching desk for AI/SaaS monetization experts: fixed-scope pricing sprints first, then fundraising-readiness and GTM, taking 15-20%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SPRINT 4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Managed desk matching AI/SaaS founders with vetted pricing experts for fixed-scope sprints, taking 10-20%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Founders buy a US$490 teardown, then a US$7,500 Monetization Sprint, migration or retainer. The desk delivers or routes to vetted experts, keeping a 10-20% take.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Founders at Seed to Series B AI/SaaS firms (US$0.5-30M ARR) launching AI pricing or facing inference-cost margin loss.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Founders can't tell a real pricing expert from a generalist, and big firms are too slow and costly. Freelance work is open-ended.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amplify distribution; feeds compound with capital and team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'AI pricing' sprints; Calebe delivers the first 10-20 himself; billing vendors act as referral channel.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Upwork, Toptal, boutiques: pricing-specific vetting, fixed scope, 72-hour start at under a tenth of the cost.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Fixed SKUs paid to the platform; take 20% under US$10k, 15% above, 10% on retainers; rush +30%.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Weak to moderate: pricing benchmark data (3/5), billing-vendor partnerships (3/5), founder brand (3/5). Network effects 1/5; leakage likely.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Sprint EVC about US$10,000 reference plus uplift; US$7,500 captures under 10% of value at US$2M ARR.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5% price realisation on US$2M ARR (US$100k/yr), margin 55% to 70% (US$300k/yr), 72-hour start.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Seed-A US$5,000-10,000 sprint; Series B+ US$15,000-40,000 project; PE programs US$20,000-75,000.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Conditional go, as a layer on Calebe's own consulting, not a generic marketplace. About US$3-7k/month net by month 12; about 10-12 h/week.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88</a:t>
            </a:fld>
            <a:endParaRPr lang="en-US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 Managed matching desk for AI/SaaS monetization experts: fixed-scope pricing sprints first, then fundraising-readiness and GTM, taking 15-20%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SPRINT 4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A narrow managed desk for AI/SaaS monetization fits his pricing niche: fixed-scope sprints, 15-20% take, about 4h per Sprint.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Define niche as AI/SaaS monetization. Write the 7-SKU menu as one-page scopes. Draft MSA and SOW templates.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D3-5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Set up US LLC (Stripe Atlas US$500 or doola), Mercury, Stripe Connect, Wise. Build one-page site and Airtable ops base.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Recruit 12-20 pricing experts via LinkedIn and Professional Pricing Society. Build free AI Pricing Benchmark (100+).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 benchmark on LinkedIn and r/SaaS; message 150 warm contacts. Deliver Teardowns in 5 days with a Sprint proposal.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Set up cold outbound: Apollo list of 1,000 AI/SaaS firms, 2 secondary domains, 3-email sequence over 10 days.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first matched Sprint: shortlist 3 experts, QA at day 5 and 10. Email Orb, Metronome, Lago, Stigg, Chargebee, Paddle.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6-10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Automate matching: Tally, Airtable, Claude API. Sell US$149 template pack. Launch Readiness Pack; US$500 Google Ads.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11-12+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Review kill/scale rule. Add retainer offer to every close-out. Month 4: pitch PE partners a US$25k portfolio diagnostic.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$900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$300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3-5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Stripe Atlas US$500 (or doola ~US$297), lawyer US$300-600, Framer, Airtable, Claude. Defer Apollo and ads.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AI Pricing Teardown (entry):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US$490 (US$290 first 10 buyers)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Monetization Sprint (matched):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US$7,500 fixed; desk keeps US$1,500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Fractional GTM/Pricing retainer: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US$4,000-8,000/mo; desk keeps 10%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$1.2k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$7.0k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$12.0k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90h setup · 12h/wk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Week 12: under 2 matched Sprints AND under 15 qualified leads, or 2 of first 5 clients rate expert under 7/10 = fold into own consulting.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89</a:t>
            </a:fld>
            <a:endParaRPr lang="en-US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 SC Export Desk: EU-Mercosur tariff-cut analysis, EU price corridors, buyer matching and a US tariff-exposure review for Santa Catarina exporters (EUR/USD/BRL)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SPRINT 4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Fixed-fee EU-Mercosur tariff analysis, EU price corridors and buyer matching for Santa Catarina exporters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Free Tariff-Cut Checker, R$297 NCM report, R$4,900 diagnostic, EUR 1,900 price sprint, EUR 2,500 buyer sprint plus 2% success fee, and a R$2,900/month retainer.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Owners and export managers at SC manufacturers with R$20-300M revenue. Trigger: an EU duty step or US order repriced.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Public tools give the tariff rate, not the money. Nobody local prices for exporters or builds a researched EU buyer list; Apex programmes are slow and generic.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amplify distribution; feeds compound with capital and team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'Tarifa até 2030' snapshot plus R$4,900 diagnostic for 3 SC clusters, sold via ACI and FIESC workshops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Turns the tariff path into a price corridor and named buyers in 2 weeks, versus free databases, PEIEX and Big-4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Fixed fees by NCMs, markets and buyer revenue; 2% success fee capped at EUR 15k; raise diagnostic to R$6,900 later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Weak to moderate: local network and pricing expertise score 3 of 5; data 2.5. Retainer model updates on each tariff step add stickiness.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 about R$45-50k for the diagnostic (price captures about 10%); tile exporter: EUR 100k/yr duty removed on EUR 2M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30% capture = EUR 30k/yr; a distributor at EUR 150k/yr = EUR 37.5k gross profit; US misread up to US$400k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SMEs R$297-597 reports, R$2,900-6,900 diagnostic; EU importers EUR 1-3k; US review US$1-3k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Go as a services stream: about US$5k net/month at month 12, 14 h/week. Main risk: Apex, Sebrae or FIESC launch a free simulator.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90</a:t>
            </a:fld>
            <a:endParaRPr lang="en-US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 SC Export Desk: EU-Mercosur tariff-cut analysis, EU price corridors, buyer matching and a US tariff-exposure review for Santa Catarina exporters (EUR/USD/BRL)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SPRINT 4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EU-Mercosur provisional since May 2026 and US tariff pressure give Santa Catarina exporters urgent need for tariff, price and buyer analysis.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Verify live legal status first: EU-Mercosur tariff annex (EUR-Lex, Access2Markets) and current US tariff exemptions.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D3-5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tariff dataset: parse EU schedule PDF to CSV (pdfplumber), map CN8 to NCM8, add ComexStat. Pick 3 SC NCM clusters.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free Tariff-Cut Checker (Sheet, Carrd, Tally gate). Build Python + Claude API NCM report generator; test 10 NCMs.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List NCM reports on Hotmart (BRL) and Payhip (USD). Write diagnostic one-pager and SOW. Build 300-firm SC lead list.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Pre-sell: 40 LinkedIn DMs and 100 PT cold emails; 5 founding diagnostics at R$2,900. Run 15 discovery calls.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Pitch workshop to 6 hosts (ACIJ, FIESC CIN, Sebrae-SC). Deliver founding diagnostics using a fixed template.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6-7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Productise buyer matching (EUR 2,500 + 2% success fee), lawyer-drafted. Launch US Tariff Exposure Review at US$1,500.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8-12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Tariff Tracker newsletter (R$49/mo) on n8n/Make. Run first workshops; sell diagnostic at R$3,900 for 14 days.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4-6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Buys Claude, API, Workspace, Carrd, domain, Apollo US$49. Defer lawyer R$1,500-3,000 and ~US$560 ad test.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NCM Opportunity Report: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R$297 (~US$55) or US$69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Export Readiness Diagnostic: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R$4,900 (founding R$2,900)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EU Price Corridor Sprint: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EUR 1,900 (R$9,900 domestic)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$900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$5.3k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$7.6k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95h setup · 14h/wk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Kill/pivot by wk 6 if &lt;2 paid founding diagnostics after 15 calls and 150 contacts: fold checker into green-export-value. Stop ads if CPL &gt;R$120.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91</a:t>
            </a:fld>
            <a:endParaRPr lang="en-US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 Carbon and traceability data packs for Brazilian exports to the EU: CBAM, EUDR and VSME, paid in EUR and priced on the money the buyer saves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SPRINT 4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CBAM, EUDR and VSME data packs for Brazilian exporters and their EU importers, priced on the EUR saved.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Fixed-fee packs: D1 CBAM verifier-ready data (EUR 4,500/7,500/12,000 by tonnage), D2 premium clause memo, D3 EUDR EUR 1,800, D4 VSME EUR 2,900. Retainer EUR 300-650/mo; SKUs US$49-149.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EU foundries importing Brazilian pig iron on CBAM defaults; SC timber exporters facing EUDR on 30 Dec 2026.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verified emissions data exists for Brazilian plants. Software gives an English form, verifiers cannot prepare their own data, Big 4 bills hourly.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amplify distribution; feeds compound with capital and team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EUDR D3 for SC pine furniture before 30 Dec 2026; CBAM D1+D2 for IT/DE foundries in parallel.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Beats CBAM software, verifiers and Big 4: PT field work, EN output, priced against the EUR 40/t gap it closes.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Fixed-fee packs by tonnage, always quoted next to the EUR/yr saving; R1 retainer per installation per month.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Bilingual field presence, pricing and clause skill, verifier channel (3/5 each); templates 1/5. Retainers add stickiness.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 about EUR 45-90k for D1 at 10,000 t; default-value uplift about EUR 40/t, EUR 400k/yr (CALC).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CBAM cost avoided (markup 10%, 20%, 30%), EUR 50-200k/yr seller premium, EUDR market access.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EUR 6-12k per installation (EU foundry); EUR 1.5-3k EUDR chain; BRL 20-45k (MG producer, assumed).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GO, re-priced; realistic month-12 net US$3-8k. Risks: verifier bottleneck delays savings to 2027; few installations; no accreditation.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92</a:t>
            </a:fld>
            <a:endParaRPr lang="en-US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 Carbon and traceability data packs for Brazilian exports to the EU: CBAM, EUDR and VSME, paid in EUR and priced on the money the buyer saves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SPRINT 4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Deadline-forced demand (CBAM 2026, EUDR 30 Dec); EUR-paid packs priced at 1-3% of the buyer's yearly CBAM gap.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Download the CBAM default-value acts, VSME standard and EUDR GeoJSON spec; extract Brazil rows for CN 72/73/76.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D3-5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free Cost-Gap Calculator (Sheets, Tally). Launch a 5-page EN/PT Carrd site; set up Payoneer/Wise and Gumroad.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and publish EUDR Geolocation Kit (T2) first, as EUDR applies 30 Dec. Write 4 SEO pages (EUDR, CBAM pig iron).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CBAM Workbook (T1) and VSME Pack (T3). Write D1/D3/D4 delivery SOPs with a not-verification disclaimer.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Contact 15 partners (CBAM software, GIS firms, Sebrae). Run a free PT webinar; offer D3 at EUR 1,500 to first 3 clients.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Message 40 CBAM/purchasing roles at Italian and German foundries (Sales Navigator trial); deliver the first D1 or D3.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7-8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Write the D2 clause memo template. Run a US$300 Google or LinkedIn ads test to the calculator.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3-6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Convert every delivered pack into an R1 retainer; list providers in a directory (US$49/mo featured); add Spanish pages.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$113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2-6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US$300 ad test, Carrd, domain, AI plan. Insurance (about US$50/mo) and Sales Navigator can wait.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Workbooks T1/T2/T3 (CBAM/EUDR/VSME):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US$149 / US$79 / US$99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CBAM Verifier-Ready Data Pack (D1):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EUR 4,500 (+1,500 per route)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Carbon Data Desk retainer (R1):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EUR 650/mo (Lite EUR 300)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$1.6k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$6.4k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$10.0k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85h setup · 14h/wk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Month 4: kill or shrink to autopilot if under 2 paid packs and under 25 calculator leads. Scale if 2+ EUR D1s close: raise D1 to EUR 6,500, hire a junior engineer.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93</a:t>
            </a:fld>
            <a:endParaRPr lang="en-US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4.6 Innovation-incentive advisory for Santa Catarina mid-market firms: Lei do Bem, Finep, BNDES, Embrapii, FAPESC (success fees, BRL)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SPRINT 4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Lei do Bem, Finep and Embrapii incentive advisory for Santa Catarina mid-market firms, on success fees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R$4,900 credited diagnostic, then a 10% success fee on realised Lei do Bem benefit (minimum R$25k/yr), plus Finep/BNDES credit structuring and a R$2,500/month retainer.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CFOs of Lucro Real SC manufacturers and tech firms (R$30M-800M revenue), in Q4 planning before the 31 Jul deadline.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Mid-market firms leave the 20.4-34% R&amp;D deduction unclaimed or claim it with weak documentation. Large consultancies chase big accounts.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amplify distribution; feeds compound with capital and team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Joinville, Jaragua do Sul, Blumenau metal-mechanic and electronics makers (R$80-500M), via accountants.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FI Group, Ayming, Big Four: local, finance-led, lower fee, audit-ready documentation, one funding stack.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Hybrid: R$4,900 diagnostic, 10% of realised benefit, Completo 12% or 10% plus R$2,500/month; 1 pp off multi-year.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Moderate-weak: multi-year audit documentation (3/5), SC accountant referrals (3/5), local presence (3/5). Method and calculator 1/5.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 about R$612k benefit plus R$60-90k of differentiation vs an incumbent; the fee is roughly 10% of gross value.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tax saving 20.4-34% of eligible R&amp;D, cheaper Finep/Inovacred credit, Embrapii co-funding, less glosa risk.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mid-market 8-15% success fee (R$25-120k/yr); credit R$3-5k/month plus 1-2%; foreign subsidiaries R$40-100k/yr.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Pursue as high-value, non-passive. About US$11-15k/yr per client, but 9-10 month cash lag and in-person selling in SC.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94</a:t>
            </a:fld>
            <a:endParaRPr lang="en-US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4.6 Innovation-incentive advisory for Santa Catarina mid-market firms: Lei do Bem, Finep, BNDES, Embrapii, FAPESC (success fees, BRL)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SPRINT 4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Santa Catarina Lucro Real firms leave Lei do Bem benefits unclaimed. Finance modelling plus success fees fit; clients pay BRL.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Study Lei 11.196/2005 (arts. 17-26), Decreto 5.798/2006, FORMP&amp;D guide. Build the benefit calculator in Sheets.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D4-5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Map Finep, BNDES, Inovacred, Embrapii, FAPESC lines and calendar. Set up CNPJ (Simples) with a contador.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PT diagnostic and FORMP&amp;D-style report templates. Launch one-page PT site with calculator and 3 SEO articles.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CRM list of 300 Lucro Real SC firms (CNAE 10-33 and 62, 100+ staff) from Casa dos Dados and Amanha 500 Maiores.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Email and visit 30 accounting and 10 tax law firms (15-20% referral fee). Send 20 CFO messages/day with an estimate.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Pitch free workshops to ACATE, ACIJ, ACIB, FIESC. Close first 3 diagnostics (2 weeks each); convert to full cycle.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3-6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Set up 2026 timesheets and cost centres with clients before 31 Dec. Sell a Finep/Inovacred or Embrapii project.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6-12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Publish weekly PT SEO and monthly funding-call carousel. Invoice success fees after ECF/FORMP&amp;D (Jul 2027); hire junior.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$600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$250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6-9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Contract review R$1,500-3,000, contador R$300-500/mo, Claude US$20, Carrd. Defer Sales Navigator and ads.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Diagnostico Lei do Bem + Fomento: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R$4,900 one-off (about US$900)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Lei do Bem full annual cycle: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10% of tax benefit; min R$25,000/yr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Finep/BNDES credit structuring: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R$4,000/mo (3 mo) + 1.5-2% of credit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$600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$6.5k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$13.0k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70h setup · 12h/wk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End Jan 2027: under 2 signed annual contracts and under 2 paid diagnostics after 300 accounts = sell diagnostics only via accountants. Kill if law cuts the benefit.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95</a:t>
            </a:fld>
            <a:endParaRPr lang="en-US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4.7 Finance-led AI automation studio for SMEs: fixed-price "Finance Ops Autopilot" builds plus monitored retainers, sold directly to owners and white-labelled through bookkeeping and fractional-CFO firms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SPRINT 4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Fixed-price AI finance-ops automation (AP, AR, close) for SMEs, direct and white-labelled via bookkeepers.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Free calculator, US$490 audit (credited), US$2.2-3.9k fixed build, mandatory 3-month Care retainer at US$390-590/mo. Bookkeeping firms resell at about US$120 per client per month wholesale.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Owners and controllers of US$1-20M B2B firms on QuickBooks or Xero, triggered by a job post for an AP or AR clerk.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Agencies sell chatbots with no CFO-grade ROI case. Native SaaS misses cross-system flows, and freelancers vanish after go-live.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amplify distribution; feeds compound with capital and team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AP Inbox-to-Ledger for B2B service firms on QuickBooks Online that are hiring an AP or bookkeeping person.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clerk hire, BILL/Dext and generic agencies: priced against the hire avoided, human approval, ROI report.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Fixed setup per workflow plus Care retainer; partner wholesale 40-60% below direct; raise 15-20% per 5 builds.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Partner network (4/5 once 5+ partners bring 10+ clients), template library, finance credibility (3/5). Tech is 1/5.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Example EVC about US$43.8k/yr; year-1 price of US$15,960 captures 36%, about 2.7x ROI (CALC).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35 AP hours/month saved (US$980), DSO cut frees US$11k per day, deferred US$45-60k hire.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 (assumed): US$2-5k setup plus US$300-700/mo (US$3-20M firms); bookkeepers US$80-150 per client monthly.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GO as primary engine; base about US$12.5k net/month by month 12. Risk: Intuit, Xero and BILL native AI commoditise AP capture.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96</a:t>
            </a:fld>
            <a:endParaRPr lang="en-US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4.7 Finance-led AI automation studio for SMEs: fixed-price "Finance Ops Autopilot" builds plus monitored retainers, sold directly to owners and white-labelled through bookkeeping and fractional-CFO firms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SPRINT 4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Most automation agencies cannot price on CFO-grade ROI; Calebe sells fixed-price finance builds plus retainers from a low Brazilian cost base.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Wise Business and Stripe; ask a contador about an ME on Simples Nacional with export-of-services treatment.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D2-4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Stand up n8n on a Hetzner VPS, plus Intuit and Xero developer sandboxes and the Anthropic API.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1-2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SKU A in the QBO sandbox: Gmail, PDF extraction, vendor match, GL mapping, bill creation; record Loom demos.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Sheets ROI calculator, Tally form and Carrd page; write audit, SKU A and B offers with a US$10k guarantee.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2-3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Upwork profile; send 5 proposals a day opening with a 3-line ROI estimate.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Scrape AP/AR job postings (Apify) for outbound; set up 3 domains and Instantly warm-up; message 40 warm contacts.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4-6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Pitch 300 bookkeeping firms on white-label; run a WTP test on discovery calls; deliver first audits and close builds.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6-10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Add n8n monitoring and auto ROI reports for retainers; build SKU C and D only after a client pays; hold the Wk 10 gate.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4-6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Months 1-2 of Workspace inboxes, Instantly, Apify, VPS, Claude, Upwork. Descript and Sales Navigator can wait.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Automation ROI Audit: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US$490 (credited to build)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AP Inbox-to-Ledger Autopilot (SKU A):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US$2,500 setup + US$390/mo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White-label partner program: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US$1,500 + US$350/setup + US$120/mo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$3.2k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$12.5k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$20.0k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90h setup · 22h/wk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Wk 10: kill or go partner-only if under 2 paid audits after 2,500 emails and 60 proposals. Scale at 3+ Care retainers and 2 builds/mo for 2 months.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97</a:t>
            </a:fld>
            <a:endParaRPr lang="en-US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11094415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5 · Scale layer · Compound with capital and team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11094415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Role: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Use the growth fund, proprietary data and a small team to build assets that keep earning.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Consumes: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Growth fund, data from every layer, analysts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Produces: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Data and software assets, team-delivered services, capital gains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Trigger: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Opens when net income clears US$10k/month for 3 months and the growth fund holds US$10k+. (Months 12-24)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9 streams, run in sync: Pricing research shop · Data products · Shopify landed-cost app · White-label back office · Ad-fed model desk · Talent bridge · Carbon brokerage · Micro-site flipping · Print-on-demand</a:t>
            </a:r>
            <a:endParaRPr lang="en-US" sz="16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5 at a glance: launch in this order</a:t>
            </a:r>
            <a:endParaRPr lang="en-US" sz="2800" dirty="0"/>
          </a:p>
        </p:txBody>
      </p:sp>
      <p:graphicFrame>
        <p:nvGraphicFramePr>
          <p:cNvPr id="1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6126480"/>
                <a:gridCol w="868680"/>
                <a:gridCol w="1280160"/>
                <a:gridCol w="777240"/>
                <a:gridCol w="777240"/>
                <a:gridCol w="8503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 (original playbook name)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risk $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cash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B2B pricing research shop: fixed-fee willingness-to-pay studies, plus a syndicated AI pricing benchmark that pays again each 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5-8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products: Radar CADE (Brazil merger-filing tracker), Brazil Power Monitor (PLD and curtailment), and SEC Fairness-Opinion Comps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6-10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 landed-cost and tariff-aware COGS app (primary), with an optional later Atlassian Forge budget-vs-actual app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1-8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White-label deal and FP&amp;A back office for business brokers, CPA advisory (CAS) practices and fractional-CFO firms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5-7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Ad-fed investor-model and valuation pack desk (US$1,900 core pack) delivered by a Brazilian per-task analyst bench, upsold to model-upkeep retainers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5-7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-$200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Brazil Finance Talent Bridge: vetted FP&amp;A and valuation analysts for US PE, search-fund and VC-backed companies, with leftover candidates sent to platform referral programs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8-12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Carbon-credit origination and integrity brokerage: Santa Catarina biochar and swine-methane supply for international removal buyers, plus Brazil's regulated market (SBCE) readiness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5-8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Micro-acquisition flipping (finance/travel tools and template businesses), funded first by a paid due-diligence and pricing-uplift service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2-4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Niche print-on-demand: finance-insider gifts plus personalized "countries visited" travel prints (Etsy first, then Amazon Merch and Redbubble)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4-8 weeks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99</a:t>
            </a:fld>
            <a:endParaRPr lang="en-US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5: how these ideas differ (1/3)</a:t>
            </a:r>
            <a:endParaRPr lang="en-US" sz="2800" dirty="0"/>
          </a:p>
        </p:txBody>
      </p:sp>
      <p:graphicFrame>
        <p:nvGraphicFramePr>
          <p:cNvPr id="10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139135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pays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Unmet need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 research shop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Founders and product heads at US$0.5-20M ARR AI/SaaS startups, after a round or when adding AI or usage pricing.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 Pulse: customer-list WTP study: US$3,900 (founding US$2,900); AI Monetization Sprint: US$7,900 + panel at cost +15%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AI pricing has no history to learn from. Survey tools leave design and analysis to the founder; big consultancies charge too much.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products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 and BD staff at Brazilian competition and M&amp;A law practices; also energy traders and infra funds.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Radar CADE Pro: US$149/mo or R$790/mo per seat; Radar CADE Firm: US$590/mo or R$2,990/mo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CADE filings sit as unstructured PT text in the Diario Oficial; global vendors charge enterprise prices or treat Brazil as an afterthought.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 landed-cost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Founders and ops leads at US/UK/EU/AU Shopify brands importing goods; trigger is a tariff change or a container landing.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Starter / Growth plans: US$29/mo / US$79/mo; Pro plan: US$199/mo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 stores one static cost per item, so landed cost lives in a spreadsheet pasted by hand. Profit apps trust whatever COGS you typed.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White-label back office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Owners of broker shops, fractional-CFO firms, CPA practices. Trigger: a CIM due on a new listing, or no capacity.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CIM Standard (SDE/EBITDA recast): US$2,900 / US$4,500; Broker Bundle subscription: US$3,500/month, 3-month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Brokers write CIMs at night and overstate SDE, so deals retrade. Fractional CFOs and CPAs lack cheap analyst capacity to resell under their brand.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</a:t>
            </a:fld>
            <a:endParaRPr lang="en-US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5: how these ideas differ (2/3)</a:t>
            </a:r>
            <a:endParaRPr lang="en-US" sz="2800" dirty="0"/>
          </a:p>
        </p:txBody>
      </p:sp>
      <p:graphicFrame>
        <p:nvGraphicFramePr>
          <p:cNvPr id="10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139135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pays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Unmet need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Ad-fed model desk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Pre-seed to Series A founders in the US/EU, and fractional CFOs, with an investor meeting or grant deadline set.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Model + Valuation Pack: US$1,900 fixed (+30% rush); Model Upkeep retainer: US$350/mo Essentials; US$750/mo 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Upwork modelers must be managed and QA'd by the founder; boutiques cost US$5-15k. Founders need a credible model by a fixed date.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Talent bridge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CFOs and operating partners at US firms with US$5-200M revenue. Trigger: PE close, search-fund deal, open FP&amp;A role.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Contingent placement finder fee: 20% of year-1 pay, min US$7,500; Staff augmentation: embedded analyst: US$32-45/hr billed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buyers fear an offshore analyst who cannot model. Generalist LatAm firms screen for English and soft skills, not LBO or 3-statement ability.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 brokerage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 biochar and swine-methane project owners; mid-market removal buyers wanting Brazilian supply without REDD+ risk.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Integrity Screen / Buyer DD Memo: BRL 3,500 / US$2,500; Origination mandate success fee: 6-10% of contract; min US$5,000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Owners lack a neutral view of what is creditable or a fair revenue share; buyers cannot afford US$15-40k diligence per small project.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Micro-site flipping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First-time and part-time buyers with US$5k-50k, plus small holdcos. Trigger: a listing in bidding, 3-10 day decision.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Micro-Deal DD Report: US$490 (launch US$290); SaaS/App DD + Valuation Pack: US$1,490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Brokers vet mainly listings above about US$25k, so small buyers buy blind. Reports say 'risky or not' but give no plan to add profit.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</a:t>
            </a:fld>
            <a:endParaRPr lang="en-US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5: how these ideas differ (3/3)</a:t>
            </a:r>
            <a:endParaRPr lang="en-US" sz="2800" dirty="0"/>
          </a:p>
        </p:txBody>
      </p:sp>
      <p:graphicFrame>
        <p:nvGraphicFramePr>
          <p:cNvPr id="10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139135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pays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Unmet need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Print-on-demand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professionals and their gift-givers (US/UK/CA), travellers, Brazilian diaspora; peaks at CFA results, Christmas.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Finance-insider mug (11oz/15oz): US$19.95 / US$23.95; Personalized 'Countries Visited' poster: US$12.95 digital; US$39-54 print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'money humour' merch is wrong for insiders; map posters are English-only, with slow proofs and outdated borders.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102</a:t>
            </a:fld>
            <a:endParaRPr lang="en-US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 B2B pricing research shop: fixed-fee willingness-to-pay studies, plus a syndicated AI pricing benchmark that pays again each year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SPRINT 5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Fixed-fee willingness-to-pay studies plus a yearly AI pricing benchmark for Seed to Series B AI/SaaS firms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Studies at US$3,900 (Pulse), US$7,900 (AI Sprint) and US$14,500, plus US$149 DIY kit. Recurring: US$1,500/quarter tracker, benchmark licences and sponsorships.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Founders and product heads at US$0.5-20M ARR AI/SaaS startups, after a round or when adding AI or usage pricing.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New AI pricing has no history to learn from. Survey tools leave design and analysis to the founder; big consultancies charge too much.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6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convert trust into high-ticket; feeds the growth fund and the next cycle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10-day 'AI Monetization Sprint' for Seed to Series A B2B AI startups choosing credits, seats or outcomes.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Conjointly DIY and Simon-Kucher: designs, fields and interprets the study; 10-20x cheaper; ARR and margin model.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Fixed fee by scope and sample source; Pulse, Sprint, CBC tiers; sample at cost +15%; rush +30%; 50% upfront.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Moderate: longitudinal WTP dataset (3/5), annual report brand (3/5), rare skill mix (3/5). Methodology itself 1/5; tracker baselines 2/5.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 about US$70-130k vs DIY reference about US$10k; Sprint US$7.9k plus sample is about 6-11% of EVC.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1-5% price realisation on bookings (US$20-100k/yr), margin protection (US$25-75k), 40-60 hours saved.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Seed-A US$2,500-8,000 per study; Series B-C US$15,000-40,000; VC benchmarks US$10,000-30,000.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Build as a complement to consulting. About US$9k/month by month 6, US$15k by month 12. Unknowns: panel quality, report demand.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103</a:t>
            </a:fld>
            <a:endParaRPr lang="en-US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 B2B pricing research shop: fixed-fee willingness-to-pay studies, plus a syndicated AI pricing benchmark that pays again each year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SPRINT 5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AI vendors are moving to usage and credit pricing and need WTP data. Pricing skill plus stats fits fixed-fee studies and an annual report.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Set up domain, Carrd page with 3 fixed-price offers. Build Van Westendorp and Gabor-Granger pipeline, Quarto template.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Tally survey templates. Open panel accounts (Prolific etc.), run US$150 pilot: target US$4 or less per complete.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Field a free N=200 AI Copilot WTP mini-benchmark (~US$600) as proof. Write SOW and DPA templates.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Set up Stripe Payment Links, Wise Business, Lemon Squeezy. Build list of 300 Seed to Series B AI/SaaS firms in Apollo.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4-6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Send 15 personalized emails/day citing their pricing page plus one benchmark chart. Offer founding Pulse at US$2,900.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Deliver first 3 studies, log hours, get case studies. Launch US$149 DIY kit. Pre-sell report sponsorship to 25 vendors.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9-13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Field report N=500 B2B buyers (US$2,500-6,000, sponsor-funded). Launch with gated summary, sponsor webinar, guest posts.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4-12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US$79/mo Benchmark Pro tracker, white-label for consultants, part-time analyst (R$4-6k/mo), second annual report.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$1.0k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$190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5-8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Panel pilot US$150, free mini-benchmark ~US$600, tools US$150-230/mo. Report fieldwork is sponsor-funded.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Pricing Pulse: customer-list WTP study: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US$3,900 (founding US$2,900)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AI Monetization Sprint: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US$7,900 + panel at cost +15%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State of AI Pricing &amp; WTP 2027 report: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US$490 / US$1,490 team; sponsor US$7,500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$4.5k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$15.0k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$24.0k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90h setup · 18h/wk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Week 10: under 2 paid studies, under 150 subscribers and no sponsor interest = fold into consulting. First report under 20 licences and no sponsor = custom studies only.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104</a:t>
            </a:fld>
            <a:endParaRPr lang="en-US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 Data products: Radar CADE (Brazil merger-filing tracker), Brazil Power Monitor (PLD and curtailment), and SEC Fairness-Opinion Comps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SPRINT 5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Bilingual Brazil data subscriptions: CADE merger-filing alerts, power curtailment data, fairness-opinion comps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Radar CADE leads: free newsletter, Pro seat US$149/month, Firm US$590/month, league-table badge US$750/quarter. Power Monitor from R$390/month; comps US$39/month.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Partners and BD staff at Brazilian competition and M&amp;A law practices; also energy traders and infra funds.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CADE filings sit as unstructured PT text in the Diario Oficial; global vendors charge enterprise prices or treat Brazil as an afterthought.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6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convert trust into high-ticket; feeds the growth fund and the next cycle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Radar CADE, narrow scope (about 400-700 filings/yr), clear buyer with budget, viral counsel league table.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manual DOU monitoring and MLex/TTR: structured, alertable filings back to 2012, from US$149/month.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Seat subscriptions with feature fences (history, export, API); BRL prices 20-30% below USD; annual = 10x monthly.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Moderate-weak: cleaned 2012 backfill (3/5), alert/API workflow integration (3/5), league-table brand (3/5). Data access itself 1/5.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CADE Firm EVC about US$1,100/month; price US$590 is about 54%. Pro seat US$149 is about 47% of reference.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about 4 h/week associate time (US$640/month), BD leads from alerts, curtailment risk in valuation.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big firms US$500-1,200/month; boutiques US$80-200 per seat; ACL traders R$300-1,500/month; analysts US$30+.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GO, narrow, stacked with other streams. About US$5.5k/month net at month 12. Risks: small Brazil market; LLM self-build.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105</a:t>
            </a:fld>
            <a:endParaRPr lang="en-US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 Data products: Radar CADE (Brazil merger-filing tracker), Brazil Power Monitor (PLD and curtailment), and SEC Fairness-Opinion Comps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SPRINT 5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CADE, CCEE/ONS and SEC data is free but unusable raw. Cleaned, alerting trackers sell to lawyers, energy funds and bankers.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Set up domain, GitHub repo, Postgres (Neon/Supabase). Build daily CADE ingestion from DOU section 3 notices via INLABS.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2-3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Extract parties, counsel, deal type with a Claude Haiku-class model. Backfill 2012-2026. Build first League Table.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Radar CADE Weekly on Beehiiv (PT+EN). Ingest CCEE PLD and ONS curtailment. Build Evidence.dev dashboards.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4-5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Billing: Lemon Squeezy for USD/EUR, Stripe Brasil or Asaas for BRL/Pix. Open ME. Launch Brazil Power Monitor weekly.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5-6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SEC fairness-opinion comps from EDGAR; list 6 sector packs on Lemon Squeezy. Post free 30-deal sample on Kaggle.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6-8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Email 300 competition/M&amp;A lawyers their league-table rank. Send 150 energy contacts a free plant curtailment snapshot.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9-12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Call each trial user and run 4 Van Westendorp questions. Offer annual prepay. Add same-day email and Slack alerts.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4-6+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Publish League Table quarterly, sell badges, add API/MCP server. Month 6: raise prices 20-30% if trial-to-paid &gt;30%.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$300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6-10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Anthropic API US$20-60 for backfill, domains, ME opening R$1,000-2,000, accountant. Defer Apollo and ads.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Radar CADE Pro: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US$149/mo or R$790/mo per seat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Radar CADE Firm: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US$590/mo or R$2,990/mo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SEC Fairness-Opinion Comps Pack: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US$49 per sector pack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$600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$5.5k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$11.0k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160h setup · 12h/wk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Week 12: a sub-product under 300 subscribers AND under 3 paying accounts after 300+ touches = kill it. Total net MRR under US$800 at month 6 = kill stream.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106</a:t>
            </a:fld>
            <a:endParaRPr lang="en-US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5.3 Shopify landed-cost and tariff-aware COGS app (primary), with an optional later Atlassian Forge budget-vs-actual app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SPRINT 5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Shopify app that allocates freight, duty and tariffs into correct per-SKU landed cost for importing brands.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Monthly subscription per store: Free, Starter US$29, Growth US$79 (simulator, FX, accounting export), Pro US$199 (multi-store). PO-line usage overage US$0.10; COGS cleanup service US$1,500-3,000.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Founders and ops leads at US/UK/EU/AU Shopify brands importing goods; trigger is a tariff change or a container landing.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Shopify stores one static cost per item, so landed cost lives in a spreadsheet pasted by hand. Profit apps trust whatever COGS you typed.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6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convert trust into high-ticket; feeds the growth fund and the next cycle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US Shopify brands importing from China or Vietnam by sea, US$500k-5M GMV, hit by tariff changes.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spreadsheets, profit apps and ERPs (US$300+/mo): audit trail, tariff what-ifs, write-back, setup in an hour.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Flat per-store tiers fenced by write-back, simulator and multi-store; overage per PO line; annual 2 months free.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PO and cost history, App Store ranking (each 3/5); code is 1/5. Switching cost is real but export stays open.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Growth buyer EVC about US$450/month; US$79 captures about 18% (CALC, assumed inputs).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4-6 hours saved per PO, 1-3 gross-margin points recovered after tariff changes, faster repricing.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US$19-39/mo (US$300k-2M GMV), US$59-129 (US$2-15M), US$149-399 (agencies); mostly assumed.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GO, conditionally: US$0.5-3k/month net at month 12, up to about US$8k. Risk: Shopify adds native allocation; no pre-sales, no build.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107</a:t>
            </a:fld>
            <a:endParaRPr lang="en-US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5.3 Shopify landed-cost and tariff-aware COGS app (primary), with an optional later Atlassian Forge budget-vs-actual app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SPRINT 5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Tariffs and de minimis changes make COGS move; Shopify holds one static cost, and landed cost, FX and margin are Calebe's home turf.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Read 100+ Shopify forum and Reddit posts on landed cost; install the top 5 competing apps on a free dev store.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Register a Shopify Partner account (US$19 one-time) and create 2 development stores.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D3-5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10 problem interviews; pre-sell founding plans at US$19/mo or US$190/yr. Go if 3 pre-sales or 8 written commitments.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2-3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Scaffold with Shopify CLI, Polaris, Neon. Build the PO cost-pool allocation engine and unit-cost write-back.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Add Billing API plans, a 14-day trial, GDPR webhooks; onboard pre-sale customers by hand and fix friction in 48 hours.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5-6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Submit the App Store listing with demo video. Publish a free calculator, 3 SEO articles and a US$49 Sheets template.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7-8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on r/shopify and Shopify Community after approval. Email the waitlist; ask active users for reviews.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9-12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Growth features (tariff simulator, margin alerts, FX); run a US$300 ads test; pitch brokers in Month 3-4.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1-8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US$19 Shopify fee, about 2 months of hosting, Claude Code/Cursor and domain. The US$300-600 ad test can wait.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Starter / Growth plans: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US$29/mo / US$79/mo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Pro plan: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US$199/mo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Done-for-you COGS cleanup: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US$1,500-3,000 one-off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$3.0k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$7.0k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220h setup · 8h/wk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Wk 1: pivot if under 3 pre-sales and under 8 commitments. Month 6: maintenance mode if under 8 paying stores and activation under 25%. Scale at 25+ stores.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108</a:t>
            </a:fld>
            <a:endParaRPr lang="en-US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5.4 White-label deal and FP&amp;A back office for business brokers, CPA advisory (CAS) practices and fractional-CFO firms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SPRINT 5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White-label CIMs, recasts and KPI packs for business brokers, fractional-CFO firms and CPA advisory practices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Deal documents under the client's brand at fixed fees (CIM US$2,900/4,500, teaser US$450, recast US$1,250), a US$3,500/mo broker bundle and KPI packs at US$650-1,200 per end client monthly.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Owners of broker shops, fractional-CFO firms, CPA practices. Trigger: a CIM due on a new listing, or no capacity.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Brokers write CIMs at night and overstate SDE, so deals retrade. Fractional CFOs and CPAs lack cheap analyst capacity to resell under their brand.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6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convert trust into high-ticket; feeds the growth fund and the next cycle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free teaser rewrite, then US$1,950 first CIM, for US brokers with 8+ live BizBuySell listings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Fixed SKUs, SLAs and non-solicit versus Upwork freelancers, offshore staff and reporting software alone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Per-deliverable fees plus per-end-client subscriptions; metric is listings or clients; rush +30%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Moderate: templates, end-client history, contracts and Brazil cost base each score 3 of 5; recast history is painful to rebuild.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 about US$8,250 per CIM against US$2,900 price (about 35%); FCFO packs about US$800 against US$650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25-40 hours saved per CIM (US$3.7-10k); each avoided 5% retrade on US$1.5M saves US$7,500 in fee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Main Street brokers US$1,500-3,000 per CIM; FCFO US$500-900 per client/month; CPA US$600-1,200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Go as an active anchor, semi-passive by months 6-9: base case about US$8.5k net at month 6, US$16.5k at 12. Risks: liability, AI drafts.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109</a:t>
            </a:fld>
            <a:endParaRPr lang="en-US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5.4 White-label deal and FP&amp;A back office for business brokers, CPA advisory (CAS) practices and fractional-CFO firms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SPRINT 5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Brokers, CAS practices and fractional-CFO firms sell CIMs and KPI packs they hate making; AI-assisted pipeline drafts in hours.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Register brand and domain. Set up Google Workspace, Stripe and a 1-page site listing 8 SKUs with fixed prices.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D3-5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master templates: CIM (12 sections), 1-page teaser, SDE/EBITDA recast workbook, KPI pack. Use Word, Excel, Canva.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AI drafting pipeline: 60-question Tally intake, interview transcription, Claude prompts per CIM section.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KPI pack template on Fathom or Reach Reporting. Write white-label MSA with no-poach clause; lawyer ~US$300-600.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prospect list: 600 brokers (BizBuySell, IBBA; 8+ listings) and 400 fractional-CFO firms.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Start outbound: 25 LinkedIn notes/day, 40 cold emails/day from 3 secondary domains. Offer a free teaser rewrite.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5-6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Close 2 pilots: 1 broker CIM at US$1,950, 1 fractional CFO with 2 end clients on KPI packs. Deliver early.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Month 3-4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Convert pilots to Broker Bundle US$3,500/mo. Hire first Brazilian analyst as PJ at R$6,000-8,000/month after paid test.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$900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$1.6k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5-7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Buys ~US$300/mo tools (Sales Navigator, Instantly, Claude), lawyer US$300-600. Cost adds ~US$1,300 analyst.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CIM Standard (SDE/EBITDA recast):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US$2,900 / US$4,500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Broker Bundle subscription: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US$3,500/month, 3-month min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White-label Monthly KPI/FP&amp;A Pack: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US$650-1,200/month per client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$3.8k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$16.5k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$28.0k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90h setup · 25h/wk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Kill/pivot at wk 10 if &lt;2 paying clients after 1,500 touches, or month 6 MRR &lt;US$2,000 and CIM win rate &lt;10%. Pivot to brokers-only or FCFO/CPA-only first.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110</a:t>
            </a:fld>
            <a:endParaRPr lang="en-US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5.5 Ad-fed investor-model and valuation pack desk (US$1,900 core pack) delivered by a Brazilian per-task analyst bench, upsold to model-upkeep retainers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SPRINT 5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Fixed-price investor models and valuation packs for seed founders, built by a Brazilian analyst bench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Packs at US$950, US$1,900 and US$3,400, sold via search ads with a 50% deposit. Upkeep retainers at US$350-750/month are the profit engine.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Pre-seed to Series A founders in the US/EU, and fractional CFOs, with an investor meeting or grant deadline set.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Upwork modelers must be managed and QA'd by the founder; boutiques cost US$5-15k. Founders need a credible model by a fixed date.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6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convert trust into high-ticket; feeds the growth fund and the next cycle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EIC Accelerator, SBIR/STTR applicants and seed SaaS founders, via deadline-timed Google ads and network.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Upwork and boutiques: one accountable MBA/MFin reviewer, 10 business days, a third or less of boutique cost.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Fixed packs (Lite, Core, Raise-Ready) plus upkeep subscription; rush +30%; white-label at 30% wholesale.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Weak: templates and QA list (2/5), BRL labour cost (2/5). Better: upkeep history (3/5) and white-label CFO network (3/5).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Core pack EVC about US$3,750 vs the Upwork route; US$1,900 is about 50% of it; boutique alternative US$5-15k.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10-50 founder hours saved (US$1,000-5,000), US$3,100-13,100 cheaper than a boutique, fixed delivery date.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pre-seed US$500-1,200; seed US$1,500-3,000; Series A US$3,000-7,000; upkeep US$300-900/month.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Build as a gated secondary stream. Base about US$6k/month net by month 12; paid CAC must be at or under about US$600, and it is unproven.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111</a:t>
            </a:fld>
            <a:endParaRPr lang="en-US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5.5 Ad-fed investor-model and valuation pack desk (US$1,900 core pack) delivered by a Brazilian per-task analyst bench, upsold to model-upkeep retainers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SPRINT 5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Founders face US$25-65/h freelancers or US$5-15k boutiques. A fixed US$1,900 pack built by a Brazilian bench fits MFin skills.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0 D1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Book 1-hour paid consult with a Brazilian accountant on service-export CNPJ, Simples Anexo III/V and Fator R.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Set up domain, mailbox, Stripe or Wise invoicing. Build 3 master model templates (SaaS, marketplace, hardware).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one worked sample (fictional AI SaaS) and 8-page PDF preview. Launch landing page: model plus valuation, US$1,900.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Recruit analysts in Portuguese with a R$300 paid test (24-month model). Approve 3 passing 35+ of 40 QA checks. Sign PJ.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Notion/Make pipeline with 40-check QA. Launch Google Ads (3 ad groups; US/UK/IE/NL/DE). Answer Reddit questions.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5-7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Deliver first packs: scope call, analyst build, QA at 50% and 100%, own assumptions memo. Read ad data at ~US$1,000.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8-10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upkeep retainer links (US$350/US$750). Email 40 fractional CFO firms with a wholesale partner sheet.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4-12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Promote a bench lead (R$1,500-2,500/mo), add 2 analysts, scale ads where CAC is under US$600, test LinkedIn Lead Gen.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$2.0k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5-7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Ads to gate 1 ~US$1,000 (cap US$1,800), bench tests ~US$340, contract review ~US$150-280, tools.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Investor Model + Valuation Pack: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US$1,900 fixed (+30% rush)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Model Upkeep retainer: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US$350/mo Essentials; US$750/mo Board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White-label bench seat: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30% off list (core pack US$1,330)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-$200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$6.2k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$10.7k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95h setup · 18h/wk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After US$1,000-1,200 ad spend: CPC above US$15, lead rate under 2%, or CAC above US$1,200 = kill ads. Month 6: under 6 packs sold = kill stream.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112</a:t>
            </a:fld>
            <a:endParaRPr lang="en-US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5.6 Brazil Finance Talent Bridge: vetted FP&amp;A and valuation analysts for US PE, search-fund and VC-backed companies, with leftover candidates sent to platform referral programs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SPRINT 5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Vetted Brazil-based FP&amp;A and valuation analysts for US PE, search-fund and VC-backed companies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Case test (US$250/candidate), contingent placement (20% of comp, US$7,500 minimum) and staff-aug at US$32-45/hr. Leftover candidates go to platform referral programs.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CFOs and operating partners at US firms with US$5-200M revenue. Trigger: PE close, search-fund deal, open FP&amp;A role.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US buyers fear an offshore analyst who cannot model. Generalist LatAm firms screen for English and soft skills, not LBO or 3-statement ability.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6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convert trust into high-ticket; feeds the growth fund and the next cycle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new search-fund and lower-middle-market PE companies needing a reporting pack and 13-week cash flow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Tests modeling skill versus Revelo, Near and South; full-time analyst at about half US cost, not Toptal hourly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Hybrid: per placement (20%, US$7,500 minimum) plus per analyst-month; PE portfolio deal at 15%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Moderate: case-test data, bench, PE ties and embedded staff-aug each score 3 of 5; one-off placements have weak lock-in.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 about US$90k/yr per seat: about US$75k saved versus a US hire plus US$14k faster fill; fee US$11k is 12%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US$55-75k/yr salary arbitrage, fee US$11k versus US$20-25k, fill 6 weeks earlier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search funds US$5-8k per hire; PE 15-25% (US$8-15k); startups US$7-12k; case test US$150-400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Go: US$10k/month net possible by months 9-12; not passive (12-15 h/week). Referral bonuses alone reach US$1-2k/month.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113</a:t>
            </a:fld>
            <a:endParaRPr lang="en-US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5.6 Brazil Finance Talent Bridge: vetted FP&amp;A and valuation analysts for US PE, search-fund and VC-backed companies, with leftover candidates sent to platform referral programs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SPRINT 5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You can test LBO/DCF/FP&amp;A skills yourself; US buyers fear offshore analysts who can't model. Brazilian analysts cost 40-60% of US hires.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Record each referral program's terms in Airtable: Toptal, Braintrust, Turing, AI-training platforms (payout, rules).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D2-3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the case test: 45-min 3-statement, 30-min LBO, 15-min English memo. Add Tally form and scoring rubric.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D4-5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US LLC (Doola or Stripe Atlas, ~US$500 one-time), Mercury bank account and Wise Business.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Carrd site. Seed supply: 50 LinkedIn requests/day to Brazilian analysts; post case test in 5 alumni groups.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Grade case tests (~20 min each). Do 15-min English screens with top 10. Send others to platform referral links.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300-contact client list (CFOs at PE-backed firms, 100 searchers). Send 3-email sequence. Message 40 warm contacts.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5-6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discovery calls. Close first contingent agreements at US$6,000 flat pilot price. Shortlist within 10 business days.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8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Productise staff aug: LLC invoices monthly in advance, pays analyst via Deel/Wise. Month 4: pitch 20 PE partners.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$1.0k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$220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8-12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Buys US LLC ~US$500 plus ~US$180-260/mo tools (Sales Navigator ~US$100, Apollo, Instantly).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Contingent placement finder fee: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20% of year-1 pay, min US$7,500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Staff augmentation: embedded analyst: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US$32-45/hr billed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Modeling Case Test as a Service: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US$250 per candidate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$1.5k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$11.0k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$19.0k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70h setup · 14h/wk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Kill/pivot at day 90 if 0 signed mandates after 600 cold emails, 40 warm asks, 10+ calls. Pivot: sell case-test vetting to LatAm staffing firms or EORs.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114</a:t>
            </a:fld>
            <a:endParaRPr lang="en-US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5.7 Carbon-credit origination and integrity brokerage: Santa Catarina biochar and swine-methane supply for international removal buyers, plus Brazil's regulated market (SBCE) readiness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SPRINT 5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Integrity-screened origination of Santa Catarina biochar and methane credits for international removal buyers.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Entry: BRL 3,500 integrity screen for owners, US$2,500-6,000 due-diligence memo for buyers. Core income: 8% success fee on each delivery of a multi-year offtake; data subscription US$29/mo.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SC biochar and swine-methane project owners; mid-market removal buyers wanting Brazilian supply without REDD+ risk.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Owners lack a neutral view of what is creditable or a fair revenue share; buyers cannot afford US$15-40k diligence per small project.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6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convert trust into high-ticket; feeds the growth fund and the next cycle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SC biochar from forestry residues sold as Puro.earth CORCs to buyers found on cdr.fyi.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developers taking about 40%, marketplaces and rating agencies: owner keeps asset, local screening, US$2.5k memo.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Hybrid: paid screen or memo, then 8% fee per tCO2e delivered (6% above US$1M/yr), US$5k minimum per contract.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Local SC relationships and contracted multi-year fee streams (3/5 each). SBCE knowledge is easy to copy (1/5).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Owner EVC about 3x the fee: US$110-125k/yr extra on 3,750 t biochar; buyer saves US$10-25k per purchase (CALC).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higher owner revenue share, cheaper diligence, 10-20% prepayment on a US$2.4M offtake = US$240-480k capex.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 (assumed): owners 5-10% success fee; buyers US$2-6k per memo; SC emitters BRL 10-30k per project.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Keep as secondary option at 8 h/week; base about US$4.5k/month by month 12, lumpy. Risk: slow first cash; check CVM rules before mandates.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115</a:t>
            </a:fld>
            <a:endParaRPr lang="en-US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5.7 Carbon-credit origination and integrity brokerage: Santa Catarina biochar and swine-methane supply for international removal buyers, plus Brazil's regulated market (SBCE) readiness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SPRINT 5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Buyers want Brazilian removal supply but fear fraud; Calebe can screen integrity, model offtakes and earn success fees. Not passive.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Read Law 15.042, Puro.earth and Verra biochar rules; build a Brazil project database from the three registries.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D4-5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Pull 12 months of buyers from cdr.fyi; list 60 non-Frontier buyers. Write the 20-question PT/EN red-flag checklist.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Book 1 hour with a Florianopolis lawyer on whether brokering needs CVM registration. Build a PT/EN Carrd site.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3-4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Contact 40 SC supply targets (sawmills, swine co-ops, landfills); visit Embrapa; launch the Brazil Carbon Supply Brief.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4-6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Email 60 buyers offering a free snapshot and the US$2,500 DD memo. Deliver 2 Integrity Screens with a 10-year DCF.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6-8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Sign the first exclusive 12-month mandate at 8% success fee; build a data room; approach 15 buyers and 5 marketplaces.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8-12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the US$29/mo newsletter tier and Gumroad models (US$149, US$99). Pitch SBCE Sprints to 20 SC industrial CFOs.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4-6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Negotiate the first offtake term sheet with the DD memo as closer; run the Month 6 kill/scale review.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$900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5-8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Lawyer hour (US$280-750), Sales Navigator trial, Claude Pro, accountant, travel. Lemlist, DocuSign can wait.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Integrity Screen / Buyer DD Memo: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BRL 3,500 / US$2,500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Origination mandate success fee: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6-10% of contract; min US$5,000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Brazil Carbon Supply Brief: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US$29/mo; US$290/yr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$600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$4.5k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$9.0k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90h setup · 8h/wk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Month 6: kill if no mandate, under 2 paid memos/screens and no offtake LOI; keep the newsletter if 30+ payers. Kill at once if CVM registration is required.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116</a:t>
            </a:fld>
            <a:endParaRPr lang="en-US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5.8 Micro-acquisition flipping (finance/travel tools and template businesses), funded first by a paid due-diligence and pricing-uplift service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SPRINT 5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Paid due-diligence and pricing-uplift reports for small online-business buyers, funding micro-flips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US$490 Micro DD report, US$1,490 SaaS pack, US$1,500 pre-exit uplift, US$1,200/month holdco retainer and a US$15/month newsletter tier. Fees fund his own flips of template shops and tools.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First-time and part-time buyers with US$5k-50k, plus small holdcos. Trigger: a listing in bidding, 3-10 day decision.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Brokers vet mainly listings above about US$25k, so small buyers buy blind. Reports say 'risky or not' but give no plan to add profit.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6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convert trust into high-ticket; feeds the growth fund and the next cycle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DD reports for Etsy, Gumroad and Notion template shops and finance/travel tools under US$50k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Independent buyer-side opinion plus uplift plan versus marketplace vetting, Upwork analysts and US$10k+ QoE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Priced by deal-size band: US$490 under US$50k, US$1,490 for US$50-500k; rush +US$500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Moderate: screened-deal data, track record and uplift skill score 3 of 5; the Sheets model scores 1. Lock-in is modest.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EVC about US$3,200 for a US$20k deal (US$490 is about 15%); SaaS pack on US$150k deal about US$20k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about US$700 expected loss avoided; 5-10% price renegotiation; +US$1/month profit = US$30-40 at exit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first-time buyers US$150-500; holdcos US$1,500-5,000 per deal; pre-exit founders US$1,000-3,000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Worth doing as a service first: about US$2k/month by month 6, US$3-6k by month 24. Not a floor-clearer. Risk: marketplaces bundle AI DD.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117</a:t>
            </a:fld>
            <a:endParaRPr lang="en-US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5.8 Micro-acquisition flipping (finance/travel tools and template businesses), funded first by a paid due-diligence and pricing-uplift service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SPRINT 5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US$1k can't buy a profitable site, but your valuation and pricing skills sold as DD work earn cash fast and fund micro-flips.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master valuation model in Google Sheets: intake, SDE normalisation, trend, 3-scenario DCF, multiples check.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Write sample report tearing down 2 live public Flippa listings with Similarweb free, Wayback Machine, Ahrefs free tools.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D4-5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one-page site with 3 offers, Stripe Payment Links (US$290/490/1,490), Tally intake, Cal.com. Start newsletter.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 the 2 teardowns to r/microsaas, r/EntrepreneurRideAlong, Indie Hackers. Quote-tweet new Flippa listings on X.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2-3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Comment on Flippa listings of US$5k-50k. Message 30 builders a week. Package model as US$49/US$99 template.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Set buy-box: price US$1k-8k, 12+ months revenue, profit US$80-400/mo. Screen 30 listings/week; make 1-2 offers/week.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8-10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Close first acquisition via Escrow.com with 14-day inspection and transition support. Fund it from DD revenue (US$2-6k).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10-14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Pricing uplift on asset #1: raise core SKU 20-40%, add Good/Better/Best tiers, order bump and post-purchase upsell.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2-4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Buys Claude/ChatGPT US$20, Carrd US$19/yr. First flip (US$2-6k) is funded by DD fees. Contador is extra.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Micro-Deal DD Report: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US$490 (launch US$290)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SaaS/App DD + Valuation Pack: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US$1,490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Pre-Exit Pricing Uplift: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US$1,500 flat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$1.1k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$3.2k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$5.5k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60h setup · 14h/wk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Kill DD service if &lt;3 paid reports by wk 6 at both US$290 and US$490; niche down first. Kill flipping if no listing fits after 150 screened.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118</a:t>
            </a:fld>
            <a:endParaRPr lang="en-US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5.9 Niche print-on-demand: finance-insider gifts plus personalized "countries visited" travel prints (Etsy first, then Amazon Merch and Redbubble)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SPRINT 5 · PITCH · </a:t>
            </a:r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Finance-insider gifts and personalized 'countries visited' prints in EN/PT/ES, sold on Etsy first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70916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WHAT IT 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Print-on-demand mugs, tees and map posters on Etsy (US$19.95 mug, US$54 poster). Upsells via personalization, size and frames; revenue is one-off sales.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WHO PAYS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758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Finance professionals and their gift-givers (US/UK/CA), travellers, Brazilian diaspora; peaks at CFA results, Christmas.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480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UNMET NEED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2744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Generic 'money humour' merch is wrong for insiders; map posters are English-only, with slow proofs and outdated borders.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669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6"/>
                </a:solidFill>
              </a:rPr>
              <a:t>Network: </a:t>
            </a:r>
            <a:pPr indent="0" marL="0">
              <a:buNone/>
            </a:pPr>
            <a:r>
              <a:rPr lang="en-US" sz="1050" dirty="0">
                <a:solidFill>
                  <a:srgbClr val="55645F"/>
                </a:solidFill>
              </a:rPr>
              <a:t>fed by convert trust into high-ticket; feeds the growth fund and the next cycle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STRATEGY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9202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Wedge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17627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Wedge: CFA and finance milestone personalized mugs and tees for Q4 2026, then the personalized travel map poster.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89120" y="30449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999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Positioning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5526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Vs generic Amazon/Etsy tees and map shops: jargon checked by an MBA/MFin, PT/ES versions, proof in under 24 hours.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41239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78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Pricing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4334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Value-priced by personalization and size: mug US$19.95-27.95; poster digital US$12.95, US$39, US$54, framed US$99.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89120" y="521208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F7EFE0"/>
          </a:solidFill>
          <a:ln w="12700">
            <a:solidFill>
              <a:srgbClr val="F7EF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52852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Moat: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Weak: designs 1/5 (AI images uncopyrightable), cost 1/5; domain accuracy, reviews and map engine each 2/5.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160020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VALUE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0" y="19659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920240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Economic value to the customer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2176272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Finance mug EVC about US$23-36; price US$19.95-27.95 captures 60-80%. Poster EVC about US$46-73 vs US$54.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0" y="304495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99232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Value drivers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3255264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Drivers: accurate jargon (US$3-5 premium), personalization (+US$8), PT/ES versions (+US$5-10 in diaspora).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29600" y="4123944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4078224"/>
            <a:ext cx="2910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Willingness to pay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4334256"/>
            <a:ext cx="2910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WTP: finance buyer US$18-24 mug, US$25-30 tee; gift US$25-35; traveller US$35-55 poster; couples US$50-100 framed.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29600" y="5212080"/>
            <a:ext cx="3413455" cy="1051560"/>
          </a:xfrm>
          <a:prstGeom prst="roundRect">
            <a:avLst>
              <a:gd name="adj" fmla="val 6957"/>
            </a:avLst>
          </a:prstGeom>
          <a:solidFill>
            <a:srgbClr val="DCEFEA"/>
          </a:solidFill>
          <a:ln w="12700">
            <a:solidFill>
              <a:srgbClr val="DCEF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12480" y="5285232"/>
            <a:ext cx="3047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Verdict: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Capped, mostly passive side stream, not a pillar. About US$1.2k/month at 12 months. Risks: Etsy/Amazon control, AI clones.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119</a:t>
            </a:fld>
            <a:endParaRPr lang="en-US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5.9 Niche print-on-demand: finance-insider gifts plus personalized "countries visited" travel prints (Etsy first, then Amazon Merch and Redbubble)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SPRINT 5 · STEP BY STEP · </a:t>
            </a:r>
            <a:pPr indent="0" marL="0">
              <a:buNone/>
            </a:pPr>
            <a:r>
              <a:rPr lang="en-US" sz="1300" i="1" dirty="0">
                <a:solidFill>
                  <a:srgbClr val="55645F"/>
                </a:solidFill>
              </a:rPr>
              <a:t>Two niches he can own: technically correct finance jokes and personalized countries-visited prints. Low capital, listings run passively.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00784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6459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D1-2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64592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Etsy shop (designed by seller, Printify/Printful disclosed). Set up Etsy Payments to a BR bank or Wise/Payoneer.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2311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1 D3-5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23113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Research 15 seed keywords in eRank (under ~50k results). Write 60 finance jokes, 20 PT/ES phrases; check trademarks.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1635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281635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Design typography-first in Kittl or Canva Pro. Build map poster engine: Natural Earth SVG plus Python script.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56432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40156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401568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Order 1 tee, 1 mug, 1 poster sample from Printify/Printful. Publish first 30 Etsy listings with 13 tags each.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8678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4-6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31720" y="3986784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Publish 30 more listings incl. EN/PT/ES posters; copy to Redbubble and TeePublic. Add 20 Christmas variants by Nov 10.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26864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57200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6-8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331720" y="4572000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free Countries Visited Tracker lead magnet. Pin 5 pins/day on Pinterest. Rework listings under 40 views.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15721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Wk 9-10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5157216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Make 5 variants of each winner (colour, product, language). Month 3: upload top 25 designs to Amazon Merch at US$19.99.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5797296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74243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Mo 3-6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331720" y="5742432"/>
            <a:ext cx="5257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Price-test top mugs at US$19.95/22.95/24.95. Automate personalization alerts with Make. Decide scale or kill at month 6.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0" y="1051560"/>
            <a:ext cx="3642055" cy="5257800"/>
          </a:xfrm>
          <a:prstGeom prst="roundRect">
            <a:avLst>
              <a:gd name="adj" fmla="val 20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170432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CAPITAL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$150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to start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291218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$160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91218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per month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352837" y="1417320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4-8 weeks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352837" y="1746504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first cash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002536"/>
            <a:ext cx="3184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Design/keyword tools ~US$60-90/mo, Etsy listing fees ~US$20, samples. Defer Etsy Ads (US$90-150/mo).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2624328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OFFERS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2871216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Finance-insider mug (11oz/15oz):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US$19.95 / US$23.95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3255264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Personalized 'Countries Visited' poster: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US$12.95 digital; US$39-54 print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36393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CFA / Finance Grad personalized mug/tee: </a:t>
            </a:r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US$27.95 mug / US$32.95 tee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29600" y="4023360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BASE NET US$/MONTH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$150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M3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291218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$1.2k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9291218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M12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352837" y="4270248"/>
            <a:ext cx="10616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$2.2k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352837" y="4599432"/>
            <a:ext cx="10616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45F"/>
                </a:solidFill>
              </a:rPr>
              <a:t>M24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229600" y="4855464"/>
            <a:ext cx="318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</a:rPr>
              <a:t>90h setup · 8h/wk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5129784"/>
            <a:ext cx="318485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Gate: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End Feb 2027: under 40 orders/month, Etsy Ads ROAS under 2 after US$300, or net under US$300 at month 6 = maintenance only. Scale at net US$800+ and 3% poster conversion.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120</a:t>
            </a:fld>
            <a:endParaRPr lang="en-US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gates: kill, hold or scale on dates (1/7)</a:t>
            </a:r>
            <a:endParaRPr lang="en-US" sz="2800" dirty="0"/>
          </a:p>
        </p:txBody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023360"/>
                <a:gridCol w="633953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pricing / monetisation or GTM-finance full-time PJ contract with a US SaaS or AI company (via Deel/Remote, US$11.5k+ gross/month)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4: no final round or only offers under US$9.5k gross = switch to fractional (2-3 days/wk at US$6-10k) plus own practice.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Calebe Garcia Pricing: a named LinkedIn pricing practice selling a written Pricing Diagnostic (US$2,900) and a Pricing Sprint (US$7,900) to seed-Series C B2B SaaS/AI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90: kill or pivot if under 2 paid Diagnostics, under 10 qualified inbound talks and median impressions under 1,500. Scale at 3+ Diagnostics/mo twice.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Productized async reviews: deck, financial model and pricing page teardowns (US$290-490) with call and subscription upsells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Kill/pivot at day 90 if &lt;5 full-price orders after 300 touches and 12 posts. First pivot: drop deck reviews, keep model and pricing reviews.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expert-network calls on Brazil B2B pricing, Brazil's tax reform and its effect on pricing, and the contractor side of the AI-training labour market (GLG, AlphaSights, Guidepoint, Third Bridge, Arbolus plus about 8 smaller networks)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4: drop to 1 h/week if under 2 calls/mo and under 6 invites/mo. Scale at 6+ calls/mo for 2 months: raise rates 15-25%.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research participation: B2B finance, pricing and AI-buyer profile stacked across UX panels and expert networks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90: downgrade to expert networks at 1 h/week if net under US$300/mo and effective pay under US$40/h. Scale at 2+ expert calls/mo.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engine: senior finance, valuation and pricing contracting, raising the rate to US$80-120/h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6: under 2 contracts and reply rate under 10% after 60 proposals = rewrite profile and pivot keywords. Under 2 wins after 120 = drop Upwork bidding.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Fixed-fee finance deliverables studio (models, sell-side packs, model reviews) on Upwork Project Catalog, Fiverr and Contra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Kill/shrink at day 90 live if &lt;3 paid orders, or &lt;US$35/h after fees on last 5 orders, or no US$900+ listing converted. Keep SKU 0 on Contra only.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121</a:t>
            </a:fld>
            <a:endParaRPr lang="en-US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gates: kill, hold or scale on dates (2/7)</a:t>
            </a:r>
            <a:endParaRPr lang="en-US" sz="2800" dirty="0"/>
          </a:p>
        </p:txBody>
      </p:sp>
      <p:graphicFrame>
        <p:nvGraphicFramePr>
          <p:cNvPr id="1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023360"/>
                <a:gridCol w="633953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Async Pricing, Business-Model and Financial-Plan Teardowns for EU Grant Applicants (EIC/Eurostars) and SaaS Founders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4: kill or shrink to referral feeder if under 4 paid orders or under US$60/h after fees. Scale at 8+ orders/mo or 2+ white-label partners.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Product Pricing and Unit-Economics Toolkit (models, teardowns, course, fixed-price sprint)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Kill/pivot at wk 10 if &lt;20 paid sales and &lt;500 subscribers: fold APM-1 into model-templates. Scale if opt-in &gt;=25%, buyer rate &gt;=2.5%, cost/email &lt;US$4.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Finance, valuation and pricing model template library (eFinancialModels + Payhip + Etsy)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90: SKUs under 0.5 sales/month stop promotion; catalog average under 0.5 = stop building, keep as lead magnet. Ad set CPA above 60% of net price = kill.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Spend FP&amp;A Kit: budget, forecast and budget-vs-actual template plus course for token and AI-tool spend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 or downgrade to lead magnet if under 3 of 15 DMs would pay, under 10 orders in 30 days, or under US$1,000/mo net at Month 6. Scale at 3% conversion plus 1 sprint/mo.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AI-era value-pricing kit for professional firms (accountants, small law firms, agencies, consultancies): fee calculators, proposal templates, course, workshops, pricing sprints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4: under 300 subscribers and under 15 sales = switch lead vertical to agencies. CPL above US$6 after 2 creative rounds = stop ads.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ROI Business Case and Tracking Kit (CFO-grade, vendor-neutral, under US$200)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Wk 12: kill if under 15 kits and under 2 reviews and median switching point under US$40. Scale if over 30 kits/mo or review attach over 8%.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AIX Overlay: an AI-disruption-risk layer for DCF/LBO models (template, course, diligence memos, quarterly sector atlas)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90 kill: under 10 template sales AND zero paid memos after 20 interviews and the US$500 test. Fold into model-templates. 3+ memo requests/month for 2 months = scale.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122</a:t>
            </a:fld>
            <a:endParaRPr lang="en-US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gates: kill, hold or scale on dates (3/7)</a:t>
            </a:r>
            <a:endParaRPr lang="en-US" sz="2800" dirty="0"/>
          </a:p>
        </p:txBody>
      </p:sp>
      <p:graphicFrame>
        <p:nvGraphicFramePr>
          <p:cNvPr id="1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023360"/>
                <a:gridCol w="633953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 Premium Pricing Kit: value calculators, CBAM pass-through model, WTP research kit, teardown club, async reviews and accelerator licences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 at day 90 if &lt;150 subscribers, &lt;10 paid orders and zero reviews/licence talks; fold assets into other streams. Pivot at month 6 to reviews and licences if they sell.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Tributaria: repricing and split-payment cash-flow models, a PT course, and a white-label kit sold through accountants (BRL, plus a USD brief for foreign sellers)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 Dec 2026: under 30 paid sales and under 5 licensees = stop active work, keep passive. Kill ads if CPL above R$15 after R$300 per ad set.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Ops Automation Templates (n8n / Make / Zapier): one-off kits, a maintained vault subscription and paid installs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4: under 25 paid orders, under 300 subscribers and conversion under 0.7% = maintenance mode. Kill ads at CPA above US$120 after US$300.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 Lab: paid WTP, unit-economics and FX calculators (web plus Excel add-in), sold per seat, with white-label licences for consultants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2: under 3 pre-orders and under 5 positive replies = free calculators only. Under 10 paying customers by day 90 or MRR under US$500 at month 6 = freeze.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Faceless "Pricing &amp; Deal Math" YouTube channel (EN, with PT audio track) as the traffic engine for templates, courses, affiliates and consulting leads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Kill/pivot at month 7 if &lt;1,000 subs, &lt;600 emails and revenue &lt;US$10 per 1k views. If C1 pre-sells &lt;5 at wk 10, move the course to the LinkedIn funnel.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 library: AI pricing, WTP and founder finance in EN/ES/PT. Udemy for discovery, own store and Hotmart for margin, bundles and team seats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 any SKU under 10 paid sales/mo after 90 days; kill PT ads if cost per lead over R$10. Scale: Pro Kit 15+ sales/mo launches a US$995 Maven cohort.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calculator sites: AI/SaaS pricing and valuation tools (EN, USD) plus Brazil USD-earner tax and FX tools (PT, BRL and USD)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4: if &lt;50k impressions/month and &lt;3 pages in top 20, stop adding pages and spend 4 weeks on links. Month 9: net &lt;US$500 and &lt;10k sessions, cut to 2 h/week.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123</a:t>
            </a:fld>
            <a:endParaRPr lang="en-US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gates: kill, hold or scale on dates (4/7)</a:t>
            </a:r>
            <a:endParaRPr lang="en-US" sz="2800" dirty="0"/>
          </a:p>
        </p:txBody>
      </p:sp>
      <p:graphicFrame>
        <p:nvGraphicFramePr>
          <p:cNvPr id="1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023360"/>
                <a:gridCol w="633953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 and Valuation Framework Licensing: toolkits for accelerators, bootcamps and universities, plus paid workshops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Kill/downgrade to self-serve at wk 12 if &lt;2 paid institutional contracts after 450 contacts and 2 pilots, or NPS &lt;30. Keep only the US$149 toolkit.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Hotmart/Kiwify/Udemy affiliate stream: a "vale a pena?" review hub for finance-career and travel courses, in PT-BR and 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6: kill new content if under 1,500 sessions/mo, under US$150 net and no page over US$0.05/visit. Scale if 3 pages earn over US$0.15/visit.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LatAm Finance Jobs: a niche board for remote finance, pricing, FP&amp;A and valuation roles verified open to Brazil/LatAm, with a newsletter, paid employer posts and a placement upsell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6: kill or shrink to a newsletter if paid posts under 3/mo, subscribers under 1,200 or median apply clicks under 15. Scale at 8+ posts/mo and a placement.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Brazil Hiring Cost Desk: an EOR, contractor-payroll and fintech referral engine (Deel, Remote, Oyster, Rippling, Wise, HubSpot)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Kill/pause at month 6 if &lt;2 credited SQLs and &lt;1,000 organic visits/mo; keep calculator as lead magnet, move 8 h/wk to async-reviews.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adoption playbooks for LatAm SMEs in PT and ES, starting with pricing and finance (Hotmart PT/ES + Udemy 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Kill/pivot if &lt;15 pre-buys of core at R$197 by wk 6 despite 1,000+ leads: test accounting-firm B2B wedge. Stop ads if month-6 net &lt;US$500 and CPL &gt;R$10.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Article 4 AI-literacy kit for EU SMEs: role-based mini-course in ES/PT/DE/EN with completion records, sold as annual seat bundles mostly through external DPOs, IT MSPs and accountants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4: kill or make the course a free lead magnet if under 3 paying partners and under 10 paying companies. Scale at 10+ partners by Month 6.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Fractional Pricing and Monetization Lead (plus light FP&amp;A) for funded AI/SaaS startups, entered through a fixed-fee pricing sprint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Kill/pivot at day 90 if no paid Diagnostic and &lt;8 qualified calls after 1,000+ emails. Test BRL Diagnostic and white-label to fractional CFOs first.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124</a:t>
            </a:fld>
            <a:endParaRPr lang="en-US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gates: kill, hold or scale on dates (5/7)</a:t>
            </a:r>
            <a:endParaRPr lang="en-US" sz="2800" dirty="0"/>
          </a:p>
        </p:txBody>
      </p:sp>
      <p:graphicFrame>
        <p:nvGraphicFramePr>
          <p:cNvPr id="1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023360"/>
                <a:gridCol w="633953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VC Scout + Founder Raise-Readiness Desk (Brazil/LatAm B2B AI deal flow sold to EU/US funds, paid by founders and funds on flat fees)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10: under 2 paid Sprints from 600+ DMs = drop founder services, keep scout seats plus fund pitch. Scale at 4+ Sprints/month or 1+ fund retainer.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matching desk for AI/SaaS monetization experts: fixed-scope pricing sprints first, then fundraising-readiness and GTM, taking 15-20%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12: under 2 matched Sprints AND under 15 qualified leads, or 2 of first 5 clients rate expert under 7/10 = fold into own consulting.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 Export Desk: EU-Mercosur tariff-cut analysis, EU price corridors, buyer matching and a US tariff-exposure review for Santa Catarina exporters (EUR/USD/BRL)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Kill/pivot by wk 6 if &lt;2 paid founding diagnostics after 15 calls and 150 contacts: fold checker into green-export-value. Stop ads if CPL &gt;R$120.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 and traceability data packs for Brazilian exports to the EU: CBAM, EUDR and VSME, paid in EUR and priced on the money the buyer saves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4: kill or shrink to autopilot if under 2 paid packs and under 25 calculator leads. Scale if 2+ EUR D1s close: raise D1 to EUR 6,500, hire a junior engineer.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Innovation-incentive advisory for Santa Catarina mid-market firms: Lei do Bem, Finep, BNDES, Embrapii, FAPESC (success fees, BRL)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Jan 2027: under 2 signed annual contracts and under 2 paid diagnostics after 300 accounts = sell diagnostics only via accountants. Kill if law cuts the benefit.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Finance-led AI automation studio for SMEs: fixed-price "Finance Ops Autopilot" builds plus monitored retainers, sold directly to owners and white-labelled through bookkeeping and fractional-CFO firms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Wk 10: kill or go partner-only if under 2 paid audits after 2,500 emails and 60 proposals. Scale at 3+ Care retainers and 2 builds/mo for 2 months.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B2B pricing research shop: fixed-fee willingness-to-pay studies, plus a syndicated AI pricing benchmark that pays again each 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10: under 2 paid studies, under 150 subscribers and no sponsor interest = fold into consulting. First report under 20 licences and no sponsor = custom studies only.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125</a:t>
            </a:fld>
            <a:endParaRPr lang="en-US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gates: kill, hold or scale on dates (6/7)</a:t>
            </a:r>
            <a:endParaRPr lang="en-US" sz="2800" dirty="0"/>
          </a:p>
        </p:txBody>
      </p:sp>
      <p:graphicFrame>
        <p:nvGraphicFramePr>
          <p:cNvPr id="1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023360"/>
                <a:gridCol w="633953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products: Radar CADE (Brazil merger-filing tracker), Brazil Power Monitor (PLD and curtailment), and SEC Fairness-Opinion Comps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 12: a sub-product under 300 subscribers AND under 3 paying accounts after 300+ touches = kill it. Total net MRR under US$800 at month 6 = kill stream.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 landed-cost and tariff-aware COGS app (primary), with an optional later Atlassian Forge budget-vs-actual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Wk 1: pivot if under 3 pre-sales and under 8 commitments. Month 6: maintenance mode if under 8 paying stores and activation under 25%. Scale at 25+ stores.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White-label deal and FP&amp;A back office for business brokers, CPA advisory (CAS) practices and fractional-CFO firms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Kill/pivot at wk 10 if &lt;2 paying clients after 1,500 touches, or month 6 MRR &lt;US$2,000 and CIM win rate &lt;10%. Pivot to brokers-only or FCFO/CPA-only first.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Ad-fed investor-model and valuation pack desk (US$1,900 core pack) delivered by a Brazilian per-task analyst bench, upsold to model-upkeep retainers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US$1,000-1,200 ad spend: CPC above US$15, lead rate under 2%, or CAC above US$1,200 = kill ads. Month 6: under 6 packs sold = kill stream.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Brazil Finance Talent Bridge: vetted FP&amp;A and valuation analysts for US PE, search-fund and VC-backed companies, with leftover candidates sent to platform referral programs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Kill/pivot at day 90 if 0 signed mandates after 600 cold emails, 40 warm asks, 10+ calls. Pivot: sell case-test vetting to LatAm staffing firms or EORs.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Carbon-credit origination and integrity brokerage: Santa Catarina biochar and swine-methane supply for international removal buyers, plus Brazil's regulated market (SBCE) readiness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6: kill if no mandate, under 2 paid memos/screens and no offtake LOI; keep the newsletter if 30+ payers. Kill at once if CVM registration is required.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Micro-acquisition flipping (finance/travel tools and template businesses), funded first by a paid due-diligence and pricing-uplift service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Kill DD service if &lt;3 paid reports by wk 6 at both US$290 and US$490; niche down first. Kill flipping if no listing fits after 150 screened.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126</a:t>
            </a:fld>
            <a:endParaRPr lang="en-US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gates: kill, hold or scale on dates (7/7)</a:t>
            </a:r>
            <a:endParaRPr lang="en-US" sz="2800" dirty="0"/>
          </a:p>
        </p:txBody>
      </p:sp>
      <p:graphicFrame>
        <p:nvGraphicFramePr>
          <p:cNvPr id="1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023360"/>
                <a:gridCol w="633953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Niche print-on-demand: finance-insider gifts plus personalized "countries visited" travel prints (Etsy first, then Amazon Merch and Redbubble)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Feb 2027: under 40 orders/month, Etsy Ads ROAS under 2 after US$300, or net under US$300 at month 6 = maintenance only. Scale at net US$800+ and 3% poster conversion.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127</a:t>
            </a:fld>
            <a:endParaRPr lang="en-US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break the plan, and the response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!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2801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Payout to Wise from Brazil is unproven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0" y="1261872"/>
            <a:ext cx="6613855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212080" y="1298448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Run the US$1 test on Lemon Squeezy and Polar in week 1. If it fails, move checkout to Gumroad or Payhip before any launch.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359152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!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267712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Mercor contract may conflict with expert work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0" y="2249424"/>
            <a:ext cx="6613855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2286000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 the Mercor contract for conflict clauses on Day 2. Exclude confidential Mercor information from calls and screeners.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346704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!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255264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Conservative case misses the US$10k floor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29200" y="3236976"/>
            <a:ext cx="6613855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12080" y="3273552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Net is US$8.9k at month 24. If under US$3k/mo at the month-6 review, add one fractional-roles retainer; pause course-library.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4334256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!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4242816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Streams may fail their kill gates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29200" y="4224528"/>
            <a:ext cx="6613855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12080" y="4261104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Apply gates strictly: linkedin-pricing day 90, ai-product-pricing and survey-business week 10, pro-firm-pricing 31 Jan 2027.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321808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!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52303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Buyer overlap inflates the income forecast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029200" y="5212080"/>
            <a:ext cx="6613855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212080" y="5248656"/>
            <a:ext cx="6248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 figures are assumptions, cut 25% (40% strong case) for overlap. Base clears US$10k in month 10 (Aug 2027).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4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128</a:t>
            </a:fld>
            <a:endParaRPr lang="en-US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600200"/>
            <a:ext cx="11094415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accent3"/>
                </a:solidFill>
              </a:rPr>
              <a:t>Now: Send Dan a one-paragraph note proposing a 60-minute working session; propose the 90-day pilot.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4"/>
                </a:solidFill>
              </a:rPr>
              <a:t>Day 1 · Mon 12 Oct: Open Wise USD/EUR. Open Lemon Squeezy and Polar; run a US$1 test buy on each to prove payout to Wise from Brazil. Rename LinkedIn. Set F5Bot alerts on pricing keywords.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4"/>
                </a:solidFill>
              </a:rPr>
              <a:t>Day 2 · Tue 13 Oct: Apply to GLG, AlphaSights, Guidepoint and Third Bridge with 3 topic tags. Read the Mercor contract for conflict clauses first. Create the Respondent profile.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4"/>
                </a:solidFill>
              </a:rPr>
              <a:t>Day 3 · Wed 14 Oct: Build the async-reviews page on Carrd with Lemon Squeezy checkout: Review US$490/US$990, Model US$590, Raise-Ready US$790, +50% rush. Write the Tally intake form.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4"/>
                </a:solidFill>
              </a:rPr>
              <a:t>Day 4 · Thu 15 Oct: Publish LinkedIn teardown #1 (credit-margin math on a public AI pricing page). DM 20 seed-Series B AI founders: 3 founding Diagnostic slots.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accent4"/>
                </a:solidFill>
              </a:rPr>
              <a:t>Day 5 · Fri 16 Oct: Build the free AI Burn Check in Google Sheets and gate it with a Kit page. Draft the post 'How to budget AI spend for 2027'.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venue Network">
  <a:themeElements>
    <a:clrScheme name="Revenue Network">
      <a:dk1>
        <a:srgbClr val="14211D"/>
      </a:dk1>
      <a:lt1>
        <a:srgbClr val="FFFFFF"/>
      </a:lt1>
      <a:dk2>
        <a:srgbClr val="0D6655"/>
      </a:dk2>
      <a:lt2>
        <a:srgbClr val="EEF3F1"/>
      </a:lt2>
      <a:accent1>
        <a:srgbClr val="0D6655"/>
      </a:accent1>
      <a:accent2>
        <a:srgbClr val="8A5A00"/>
      </a:accent2>
      <a:accent3>
        <a:srgbClr val="5CC2A8"/>
      </a:accent3>
      <a:accent4>
        <a:srgbClr val="C9D8D2"/>
      </a:accent4>
      <a:accent5>
        <a:srgbClr val="2F4A43"/>
      </a:accent5>
      <a:accent6>
        <a:srgbClr val="B84A2E"/>
      </a:accent6>
      <a:hlink>
        <a:srgbClr val="0D6655"/>
      </a:hlink>
      <a:folHlink>
        <a:srgbClr val="8A5A00"/>
      </a:folHlink>
    </a:clrScheme>
    <a:fontScheme name="Revenue Networ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129</Slides>
  <Notes>129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129</vt:i4>
      </vt:variant>
    </vt:vector>
  </HeadingPairs>
  <TitlesOfParts>
    <vt:vector size="1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Revenue Network: Sprints, Layers and Pitches</dc:title>
  <dc:subject>PptxGenJS Presentation</dc:subject>
  <dc:creator>Calebe Garcia</dc:creator>
  <cp:lastModifiedBy>Calebe Garcia</cp:lastModifiedBy>
  <cp:revision>1</cp:revision>
  <dcterms:created xsi:type="dcterms:W3CDTF">2026-10-12T15:49:27Z</dcterms:created>
  <dcterms:modified xsi:type="dcterms:W3CDTF">2026-10-12T15:49:27Z</dcterms:modified>
</cp:coreProperties>
</file>