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2d8c911-3d21-30b3-e042-9bef410a529e}">
          <p14:sldIdLst>
            <p14:sldId id="256"/>
            <p14:sldId id="257"/>
            <p14:sldId id="258"/>
            <p14:sldId id="259"/>
          </p14:sldIdLst>
        </p14:section>
        <p14:section name="Timeline" id="{43d8d5ae-f2b8-f889-6e84-b51655f2c5fa}">
          <p14:sldIdLst>
            <p14:sldId id="260"/>
            <p14:sldId id="261"/>
          </p14:sldIdLst>
        </p14:section>
        <p14:section name="First 14 days" id="{78fd4a85-a8dd-944f-ef90-64f6efb9f0b5}">
          <p14:sldIdLst>
            <p14:sldId id="262"/>
            <p14:sldId id="263"/>
          </p14:sldIdLst>
        </p14:section>
        <p14:section name="Wave 1" id="{f02f535c-4c3e-6dbc-ccd0-c491fccecf9e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Wave 2" id="{e5e88a20-834f-780d-4ce2-2488ee62addc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Wave 3" id="{d84739ad-05c9-30df-0397-cebbcdd55ec8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Wave 4" id="{4e862dd5-47e2-c416-2bac-e954fe970e44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Control" id="{3770ac64-11a9-4fac-b23a-4f20d8fdbef1}">
          <p14:sldIdLst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33333"/>
                </a:solidFill>
                <a:latin typeface="+mn-lt"/>
              </a:rPr>
              <a:t>Capital at risk per wave (start + 3 months of costs, sum, US$)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at risk (US$, all streams in wave)</c:v>
                </c:pt>
              </c:strCache>
            </c:strRef>
          </c:tx>
          <c:spPr>
            <a:solidFill>
              <a:srgbClr val="8A5A0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Wave 1</c:v>
                  </c:pt>
                  <c:pt idx="1">
                    <c:v>Wave 2</c:v>
                  </c:pt>
                  <c:pt idx="2">
                    <c:v>Wave 3</c:v>
                  </c:pt>
                  <c:pt idx="3">
                    <c:v>Wave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2084</c:v>
                </c:pt>
                <c:pt idx="1">
                  <c:v>7035</c:v>
                </c:pt>
                <c:pt idx="2">
                  <c:v>6504</c:v>
                </c:pt>
                <c:pt idx="3">
                  <c:v>19915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4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LIST">
    <p:bg>
      <p:bgPr>
        <a:solidFill>
          <a:srgbClr val="14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1094415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Calebe Garcia · Revenue Waves ·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Waves: From Zero Capital to Compounding Assets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43 revenue streams in 4 waves, ordered by the cash each needs to start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Start with what needs only your expertise; let profit, not savings, fund every next wave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Calebe Garcia · October 2026 · US$10k/month net is the floor, not the target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rule: every wave is paid for by the one before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39319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4187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≤ US$300 at risk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 streams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Start now. Up to US$300 at risk: a laptop, Wise and low-cost 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3154680"/>
            <a:ext cx="2651760" cy="29718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33375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24528" y="34107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≤ US$700 at risk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16 streams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4389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Opens when Wave 1 nets US$2k+/month for 2 months in a row and the growth fund covers the wave's start capital.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2377440"/>
            <a:ext cx="2651760" cy="3749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2560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31736" y="26334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≤ US$1,300 at risk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 streams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36118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Opens when net income is US$5k+/month and the growth fund holds US$3k+.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70264" y="1600200"/>
            <a:ext cx="2651760" cy="4526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17830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838944" y="1856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&gt; US$1.3k at risk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53144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 streams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53144" y="2834640"/>
            <a:ext cx="2286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Opens when net income clears the US$10k floor for 3 months and the growth fund holds US$10k+.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143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Capital at risk = start cost + 3 months of running costs. Growth fund: 30% of every net dollar. A wave opens only when its entry trigger is met; until then its streams stay on the bench.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lands, and the uncomfortable part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case clears US$10k net (Aug 2027)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$14.6k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net/month at month 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$28.5k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at month 24 (strong $64.8k)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24 mo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Conservative: $8.9k at month 24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You cannot run all of these at once.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43 streams need roughly 520 hours a week in steady state; you have 40. The waves decide the order; the gates decide what survives. Expect to run 8-12 streams at any time and keep the rest on the bench.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5645F"/>
                </a:solidFill>
              </a:rPr>
              <a:t>The projection above comes from the 13-stream stack plan (assumption-based, after a 25% overlap cut). The two travel streams in that plan are excluded here, so treat it as an upper reference until the gates produce real numbers.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needed rises wave by wave; so does what it can earn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24225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731520"/>
                <a:gridCol w="1280160"/>
                <a:gridCol w="1307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at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Month-12 base (sum)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$38.4k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$71.4k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$42.1k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$19.9k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$84.7k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0" y="3840480"/>
            <a:ext cx="52422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F"/>
                </a:solidFill>
              </a:rPr>
              <a:t>Month-12 sums assume every stream in a wave runs, which the 40-hour week does not allow; read them as each wave's ceiling, not a forecast. Core = in the stack plan.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timeline: when each wave opens on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Wave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10 streams · from month 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91840" y="1417320"/>
            <a:ext cx="8351215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1984248"/>
            <a:ext cx="8351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Async Deck, Model &amp; Pricing Reviews · LinkedIn Pricing Practice (B2B SaaS/AI) · Paid Research Participation · AI Product Pricing &amp; Unit-Economics Toolkit · Finance and pricing model template library · Paid Expert-Network Calls …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Wave 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16 streams · from month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5742" y="2606040"/>
            <a:ext cx="7307313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5742" y="3172968"/>
            <a:ext cx="73073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AI-era pricing kit for pro firms · AI Spend FP&amp;A Kit · Pricing and Founder Finance Courses · Senior finance and pricing contracting · Pricing Lab: WTP and pricing calculators · Reforma Tributaria pricing and cash kit …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Wave 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7 streams · from month 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79644" y="3794760"/>
            <a:ext cx="6263411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79644" y="4361688"/>
            <a:ext cx="6263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Faceless Pricing &amp; Deal Math YouTube Channel · CBAM/EUDR Data Packs for Exporters · AI ROI Business Case Kit · AI for LatAm SMEs: PT/ES Courses · Fractional Pricing &amp; Monetization Lead · Brazil and SEC data products …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Wave 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10 streams · from month 12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67448" y="4983480"/>
            <a:ext cx="4175608" cy="50292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67448" y="5550408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B2B pricing research shop · DD Service + Micro-Site Flipping · AI pricing expert matching desk · Finance Ops AI Automation Studio · White-Label Deal &amp; FP&amp;A Back Office · Ad-fed investor model and valuation desk …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6126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061422" y="6126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105324" y="6126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49226" y="6126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M9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6126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280931" y="6126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M18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126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06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645F"/>
                </a:solidFill>
              </a:rPr>
              <a:t>Month 0 = 12 Oct 2026. Planned opening months follow the stack plan's base case; a wave opens later if its trigger is late, never earlier.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organic capital is built and spent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5331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Bank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566160" y="1261872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94760" y="1307592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client payment lands in Wise USD/EUR. Pay yourself a fixed draw; the rest is surplus.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677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Split 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2249424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2295144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30% of net profit goes to the growth fund, 10% to tax reserve; keep 6 months of personal costs untouched.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328416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25526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Prove 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66160" y="3236976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3282696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Before spending, pre-sell: a paid pilot, a waitlist with deposits, or 3 signed buyers.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31596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24281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Spend it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66160" y="4224528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94760" y="4270248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Fund the next wave's start capital only; cap any single bet at 25% of the fund.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2303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Judge it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566160" y="5212080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94760" y="5257800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stream has a dated kill/hold/scale gate. Killed streams return their budget to the fund.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14 days: week 1 (zero capital, payment gates first)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 · Mon 12 Oct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Wise USD/EUR. Open Lemon Squeezy and Polar; run a US$1 test buy on each to prove payout to Wise from Brazil. Rename LinkedIn. Set F5Bot alerts on pricing keywords.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2 · Tue 13 Oct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GLG, AlphaSights, Guidepoint and Third Bridge with 3 topic tags. Read the Mercor contract for conflict clauses first. Create the Respondent profile.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3 · Wed 14 Oct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async-reviews page on Carrd with Lemon Squeezy checkout: Review US$490/US$990, Model US$590, Raise-Ready US$790, +50% rush. Write the Tally intake form.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00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75504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4 · Thu 15 Oct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449824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LinkedIn teardown #1 (credit-margin math on a public AI pricing page). DM 20 seed-Series B AI founders: 3 founding Diagnostic slots.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47408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5 · Fri 16 Oct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47408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AI Burn Check in Google Sheets and gate it with a Kit page. Draft the post 'How to budget AI spend for 2027'.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6 · Sat 17 Oct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47408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pro-firm-pricing Client Margin Audit tab (margin per client, below-floor flag, suggested fee) and the 3-email price-increase sequence.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3008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5888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47408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7 · Sun 18 Oct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47408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 half day. Review F5Bot hits. Answer 5 threads in r/SaaS or Indie Hackers with real margin math and no links.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14 days: week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8 · Mon 19 Oct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Quick Calc credit-margin calculator in Sheets. List the 'Credit Design' founding Sprint at US$2,500 (3 seats, then US$4,500). Publish teardown #2.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9 · Tue 20 Oct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ai-spend-fpa Core template and price it on Lemon Squeezy. Post the Burn Check on LinkedIn and in 3 subreddit threads found by F5Bot.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10 · Wed 21 Oct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the AI-fee FAQ and call script to pro-firm-pricing. Build the Carrd page: Solo US$49, Firm US$149. List 30 US/UK bookkeeping or CPA firm owners.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00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75504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11 · Thu 22 Oct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449824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15 async-reviews offers: a free 3-bullet critique of the prospect's pricing page, then the US$490 offer. Follow up the day-4 Diagnostic notes.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47408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12 · Fri 23 Oct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47408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LinkedIn teardown #3. Start the AI Pricing Index sheet (date, product, plan, price, unit, credit value) with 20 products.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13 · Sat 24 Oct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47408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Finish the pro-firm-pricing kit. Email the 30-firm list on Monday. Soft-launch the ai-spend-fpa template to the Kit list. Log every sale and call in one CRM.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3008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5888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47408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14 · Sun 25 Oct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47408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Weekly gate review: payout test passed, 1+ paid review or Diagnostic deposit, 1+ expert-network invite, Burn Check opt-ins. If payout failed, move checkout to Gumroad or Payhip.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 · Zero capital: sell expertise and time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Entry trigger: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4"/>
                </a:solidFill>
              </a:rPr>
              <a:t>Start now. Up to US$300 at risk: a laptop, Wise and low-cost tools.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Rule: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4"/>
                </a:solidFill>
              </a:rPr>
              <a:t>Goal: first USD in weeks 2-4 and a monthly surplus. Put 30% of every net dollar into the growth fund.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10 streams · capital at risk $2.1k if all launched · core first: Async Deck, Model &amp; Pricing Reviews, LinkedIn Pricing Practice (B2B SaaS/AI), Paid Research Participation, AI Product Pricing &amp; Unit-Economics Toolkit, Finance and pricing model template library, Paid Expert-Network Calls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 at a glance: launch in this order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834640"/>
                <a:gridCol w="731520"/>
                <a:gridCol w="777240"/>
                <a:gridCol w="914400"/>
                <a:gridCol w="868680"/>
                <a:gridCol w="1417320"/>
                <a:gridCol w="868680"/>
                <a:gridCol w="22677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Deck, Model &amp; Pricing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Pricing Practice (B2B SaaS/AI)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45h setup · 15h/wk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Research 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16h setup · 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Pricing &amp; Unit-Economics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and pricing model template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Expert-Network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22h setup · 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Grant Financial Teardowns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Premium Pricing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AIX Overlay: AI risk for DCF/LBO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Course Affiliate Review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70h setup · 10h/wk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1: what to watch, and what capital unlocks later (1/2)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Deck, Model &amp; Pricing Reviews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founding reviews by Week 2; 4 full-price orders/month by Month 2, 10 by Month 4.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 a subcontract reviewer at US$110-130 per deck review once volume passes 20 reviews/month.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Pricing Practice (B2B SaaS/AI)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paid Diagnostics by Day 45, 6 by Day 90; 300 Scorecard subscribers by Day 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Brazilian analyst (about R$3,000-5,000/mo) to run the database and teardown prep.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Research 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profiles live by Wk 1; 4 moderated B2B sessions/mo by Month 3; 2 expert calls/mo by Month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material; the scale path is selling pricing-research studies using these panels.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Pricing &amp; Unit-Economics Toolkit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subscribers and 40 cumulative paid sales by Month 3; 2,500 subscribers by Month 6.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 to US$1k/month, a VA at US$400-600/month for teardown data, then Maven cohort launch.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and pricing model template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SKUs live by week 8; 25 by month 6; 500 subscribers by month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Pinterest/Reddit ads on winning SKUs once CPA is under 60% of net price; paid MailerLite beyond 1,000 subscribers.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Expert-Network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networks live by Wk 2; 8 invites/mo by Month 3, 15 by Month 6; 30% invite-to-call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Little: ads do not reach network recruiters. Capital only covers an accountant once on a PJ.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Grant Financial Teardowns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paid orders by end of Month 1; 5 five-star reviews by Month 3; 8 orders/month by 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Subcontract a PT/ES grant-writing freelancer for non-finance sections; LinkedIn ads at under US$25 per lead.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Premium Pricing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paid digital sale by Week 4; 300 email subscribers by Month 3; 2%+ email-to-paid in 60 days.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LinkedIn/Google ads beyond the US$500 test, Payhip Plus US$29, paid email tool, Sales Navigator if outbound converts.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1: what to watch, and what capital unlocks later (2/2)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AIX Overlay: AI risk for DCF/LBO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TOM interviews by day 21; 300 subscribers by day 45; first paid memo by day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Max (US$100) for memo volume and ad budget once channels pass break-even.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Course Affiliate Review 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money pages live by Wk 3; 30 indexed pages by Month 3; 3,000 organic sessions/mo by 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PT-BR freelance writer (about R$80-150 per article) for 4 articles/week; Black Friday ads.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Async Deck, Model &amp; Pricing Reviews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Combined finance + pricing reviews with LBO/DCF and usage-pricing credentials sit in a thin band between free AI and US$250-550 audits.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the 3 SKUs: scope, deliverables, turnaround, exclusions (no redesign, no model build, no investment advice).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QA checklists (deck 40 items, model 35 items, pricing). Create Carrd landing page with sample Loom and prices.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Lemon Squeezy (5% + US$0.50) or Stripe checkout. Build Tally intake form with Make/Zapier to Notion.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AI first-pass prompts as internal pre-reads only. Build 'Investor Objection Checklist' and 4-email Kit sequence.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5 founding reviews at US$145 (50% off) for testimonials. Answer 3-5 Reddit/IH threads daily with no link.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2 LinkedIn teardowns/week. Contact 20 accelerators: cohort pack of 10 reviews for US$2,400 prepaid.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List Deck and Model reviews on Upwork Project Catalog at US$290/490. Build Kit post-delivery automation.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Founder Desk (US$390/mo) and Raise-Ready Pack (US$690). Launch BR edition in Portuguese with ACATE/Sebrae talk.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Claude Pro US$20, Loom ~US$15, Workspace ~US$7, domain/Carrd. Kit, Tally, Make, F5Bot run on free tiers.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Deck Teardown: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US$290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Financial Model Review: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Page and Packaging Review: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US$390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$4.3k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35h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day 90 if &lt;5 full-price orders after 300 touches and 12 posts. First pivot: drop deck reviews, keep model and pricing reviews.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LinkedIn Pricing Practice (B2B SaaS/AI)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Best credential fit: a named LinkedIn practice selling written pricing work to SaaS/AI teams, priced as US$2,900-7,900 projects.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the practice name and promise; rewrite the LinkedIn profile around the written Pricing Diagnostic in 5 days.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one-page Carrd site with 3 fixed-price offers, a Tally intake form and a Stripe Payment Link per offer.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25-check Pricing Page Scorecard (Kit gate) and a 100-page teardown database. Write 12 posts ahead.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3 posts a week plus 1 Friday teardown; comment 8-10 times daily. Pre-sell 3 founding Diagnostics at US$1,500.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Diagnostic memo template and billing-export sheet. Deliver founding clients; get named testimonials.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biweekly "Price Signals" newsletter. Set full prices; set up Stripe USD/EUR invoicing and Wise payouts.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Sprint kit (WTP survey, price model, packaging matrix). Pitch the US$6,000 Clinic to 15 VC/accelerator leads.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US$2,500/mo Pricing Desk at Sprint handoff; sell a US$79 teardown PDF; hire a part-time Brazilian analyst.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Carrd, domain and one month of Claude Pro; everything else is free tier. LinkedIn Premium and Taplio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Page Teardown: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 (credited to Diagnostic)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Diagnostic: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US$2,900 (founding US$1,500)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Sprint: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US$7,900 (US$9,500 Series B-C)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45h setup · 15h/wk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 90: kill or pivot if under 2 paid Diagnostics, under 10 qualified inbound talks and median impressions under 1,500. Scale at 3+ Diagnostics/mo twice.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practice pivot: build it with Deneffe Consulting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Instead of building the pricing practice alone, build it with Dan Deneffe (deneffeconsulting.com), your mentor and former Harvard and MBA professor, as two experts. He brings a proven method and senior credibility; you bring AI and usage-based pricing, a content engine, LatAm reach and fixed-scope delivery. Fixed-scope offers run on his methods and feed full engagements that he leads. Test it as a 90-day, non-exclusive pilot before formalising.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40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37744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(illustrative)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does 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Diagnostic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US$2,900-5,000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Calebe delivers on Deneffe method; Dan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 and willingness-to-buy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US$7,900-15,000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designs; Calebe runs fieldwork, analysis,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for price and forecast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Pricing, bidding or defence 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US$25,000-60,000+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leads; Calebe on AI pricing, models, LatAm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Deneffe work, more of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Toolkit, course, licences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US$199-2,500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Co-branded; built once by Calebe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Earns without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2194560"/>
            <a:ext cx="3824935" cy="4023360"/>
          </a:xfrm>
          <a:prstGeom prst="roundRect">
            <a:avLst>
              <a:gd name="adj" fmla="val 19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233172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HIS GAPS → WHAT CLOSES THEM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51760"/>
            <a:ext cx="3367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Revenue capped at one calendar: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Fixed-scope Diagnostic and Study tiers that use few of Dan's hours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Clients arrive by referral only: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Co-branded teardowns, index and report bring in leads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AI pricing is the fastest-growing pricing problem: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Calebe's AI/usage-pricing work, on top of Dan's method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No Latin America presence: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Brazil tax-reform re-pricing; PT/ES network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The method earns only when Dan works: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Licensed toolkit, course and studies earn without his hours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578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F"/>
                </a:solidFill>
              </a:rPr>
              <a:t>Illustrative year one: 12 Diagnostics at about US$3.5k, 4 studies at US$12k, 2 engagements at US$40k, US$10k of licences = about US$184k joint revenue for about 184 of Dan's hours. Assumptions only; the pilot replaces them with real numbers.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practice pivot: terms and the 90-day pilot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of the fee to whoever brings the client, taken off the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 by role per offer, e.g. Diagnostic 80/20 (Calebe/Dan), Study 50/50, Engagement 30/70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Dan's methods stay his and are licensed to joint offers; Calebe's tools stay his; jointly built products are co-owned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'Deneffe Consulting with Calebe Garcia'; Dan approves anything published under his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Non-exclusive; either side can stop at day 90 with no obligation beyond signed client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35508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995160" y="1188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1-2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1463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Agree terms and a one-page IP note; scope the Diagnostic and the study using Dan's method; one co-branded offer page with booking link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5080" y="2377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240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3-6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2514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Teardown content under both names; warm outreach to Dan's past clients and Calebe's AI-SaaS and LatAm network; first Diagnostics delivered, Dan reviews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3429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7-12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Sell the first study; publish an AI-pricing case; day-90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4434840"/>
            <a:ext cx="5287975" cy="1783080"/>
          </a:xfrm>
          <a:prstGeom prst="roundRect">
            <a:avLst>
              <a:gd name="adj" fmla="val 4103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7960" y="4526280"/>
            <a:ext cx="4922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Success bar: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Day 90: 3+ paid Diagnostics, 1 study signed, 1 full engagement in qualified pipeline, under 15 h/month of Dan's time. Hit it: formalise and scale. Miss it: stop, or keep only referrals.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Capital needed: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none beyond Wave 1 tools; the partnership trades revenue share for credibility and higher price points.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Paid Research Participation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Calebe fits five rare B2B screener buckets and works in UTC-3; USD cash can start in week 2 for under 5 h/week.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Wise (USD details) and PayPal. Write a canonical profile doc: true titles, dates, company sizes, tools used.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Rewrite LinkedIn headline and About around pricing, FP&amp;A, M&amp;A, Brazil/LATAM keywords; list Mercor work as AI training.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2-3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Fully complete Respondent.io and User Interviews profiles, with weekday availability 10:00-19:00 BRT.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11 expert networks (GLG, AlphaSights, Guidepoint, Third Bridge, Arbolus and 6 more) at US$200/h.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Sign up for UserTesting, Userlytics, Trymata, TestingTime, dscout, Wynter, Prolific; log Brazil eligibility.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Gmail alert filters to Telegram via Make and Espanso screener snippets.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Screen twice daily (09:00, 17:00 BRT); run 3-5 UserTesting tests; take vetting calls, exclude Mercor confidential info.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1-3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weekly on LinkedIn; drop platforms under US$25/h; raise expert rate to US$300 after 5 calls; Day 90 checkpoint.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1-3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About US$50 for a wired headset if needed; all platforms and tools are free. LinkedIn Premium is optional.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Moderated B2B interview (Respondent.io):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US$100-250/h (UNVERIFIED)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Expert-network call: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US$200/h, then 300, then 400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User Interviews session / paid survey: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US$50-200 / US$30-150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16h setup · 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 90: downgrade to expert networks at 1 h/week if net under US$300/mo and effective pay under US$40/h. Scale at 2+ expert calls/mo.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AI Product Pricing &amp; Unit-Economics Toolkit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MoF + usage-pricing + engineering mix is rare; AI firms leaving seat pricing need token COGS tied to margin.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Lemon Squeezy and Polar.sh. Make a US$1 test purchase and payout to Wise USD first. Fallback: Gumroad or Hotmart.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Buy domain, build 1-page Carrd site (~US$19/yr), set up free Kit. Build Quick Calc sheet from vendor prices (URL, date).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Interview 5 AI founders (30 min): COGS per user, credit values, what broke. Get permission to anonymise 2-3 cases.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APM-1 (9 tabs) in Excel, port to Sheets, test on 2 founders' numbers. Record 25-min Loom; sales page US$149/399.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teardowns 1-10 on a fixed template. Launch at US$99 early-bird to list and networks. Post on LinkedIn.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teardowns 11-30, compile TDP PDF + CSV, set up US$199 bundle and order bump in Lemon Squeezy.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Teardown Pro (US$29/mo or US$249/yr). Productise US$3,500 sprint: Tally intake, SOW template, invoice.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US$300-500 paid test (Reddit Ads, Google Search) to the free calc. Stop any ad set above US$4 per email.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domain, Carrd, Loom, AI subscription. The US$300-500 ad test waits until weeks 9-10, after sales start.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APM-1 AI Pricing &amp; Unit Economics Model: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 solo / US$399 company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Pricing Teardown Pack (30 products):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US$99 one-off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Pricing Model Sprint (10 days):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US$3,500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110h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wk 10 if &lt;20 paid sales and &lt;500 subscribers: fold APM-1 into model-templates. Scale if opt-in &gt;=25%, buyer rate &gt;=2.5%, cost/email &lt;US$4.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Finance and pricing model template library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Generic DCF/LBO files are free; pricing and WTP models are unserved. MBA/MFin and pricing work make them credible.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Payhip, PayPal Brazil, Mercado Pago, Etsy; test US$1 payout. Register on eFinancialModels, check price parity.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 top 10 eFM listings and Etsy results by price. Write a 15-row model style guide (inputs blue, checks tab, cover).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VA-01 DCF and free LBO Short-Form, then PV-01 Value Map and PV-03 AI Pricing Simulator with 2 worked cases each.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Submit VA-01, VA-02, PV-03 to eFM. Launch Payhip store with free LBO lead magnet, MailerLite, 5-email sequence.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VA-04 SaaS model, VA-02 LBO, PV-02/04/05. Launch Etsy PF-01..03 and VA-03. Package US$299 Pricing Toolkit.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PT-BR BR-01/BR-02 on Payhip with Pix. Post 4 LinkedIn carousels. Launch Model Update Club.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US$300 ad test (Pinterest, Reddit). Kill any ad set with CPA above 60% of net price after US$75 spend.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Day-90 SKU review; build 5 SKUs only in top 2 categories, target 25 SKUs. Pitch cohort licences at US$990/yr.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Microsoft 365 ~US$10, domain+Carrd ~US$30/yr, Etsy fees, ElevenLabs ~US$5. Defer US$300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PV-03 Usage-Based/AI Pricing Simulator: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Strategy Toolkit bundle: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US$299 single / US$790 consultant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Model Update Club: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US$19/mo or US$149/yr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110h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 90: SKUs under 0.5 sales/month stop promotion; catalog average under 0.5 = stop building, keep as lead magnet. Ad set CPA above 60% of net price = kill.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Paid Expert-Network Calls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Networks struggle to staff fluent-English Brazil experts; near-zero setup and US$200-280 net per call on pricing and tax-reform topics.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 master expert bio in EN/PT/ES with 12 topics under 3 angles; rewrite the LinkedIn headline and About.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with GLG, AlphaSights, Guidepoint, Third Bridge, Arbolus; set US$300/h (floor US$250) and a Wise USD payout.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with 7 smaller networks (Dialectica, Coleman, Atheneum, AlphaSense, Office Hours and 2 more); set Gmail filter.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10 screening-answer snippets. Send 25 LinkedIn requests to network recruiters. Publish a CBS/IBS pricing article.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Reply to every invite within 30 minutes in business hours; accept surveys paying US$50+; write 3 angle cheat sheets.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Join transcript libraries and survey panels. Ask an online accountant about a single-member LTDA on Simples Nacional.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10 calls, raise to US$375 on big networks; post a general-topic LinkedIn note every 2 weeks.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Package the US$4,500 Diligence Sprint for self-sourced leads; drop idle networks; raise rates where conversion is 40%+.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Pushover US$5 one-time; all other tools are free. Accountant (about US$27-55/mo) only once a PJ is opened.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1:1 expert call via network: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US$300/h, rising to US$400-500/h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Survey / transcript interview: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US$50-150 / US$200-400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Direct Brazil Pricing Diligence Sprint: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US$4,500 (lite US$2,500)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22h setup · 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drop to 1 h/week if under 2 calls/mo and under 6 invites/mo. Scale at 6+ calls/mo for 2 months: raise rates 15-25%.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EU Grant Financial Teardowns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EIC/Eurostars applicants are engineers weak on pricing and financial plans; async teardowns beat EUR 5-15k consultants and need little setup.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the EIC Work Programme, full-application guide and evaluation criteria; do the same for Eurostars.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12-criterion RAG scorecard, an 80-comment library and the EIC Financial Plan Template Kit in Sheets.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 2 anonymised sample teardowns with Loom walkthroughs as portfolio pieces.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Fiverr gigs (450/600/950; SaaS 490); set up Upwork profile and Project Catalog with saved-search alerts.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Carrd mini-site, Lemon Squeezy kit page and Tally intake. Schedule 8 LinkedIn posts linking to a free checklist.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30 DMs offering 3 free beta teardowns for testimonials. Run Gabor-Granger WTP test on 20+ conversations.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40 grant consultancies on EUR 350 white-label teardowns. Bid 3-5 Upwork proposals daily; deliver in 3-4 hours.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2-4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kit at US$79; run cut-off calendar campaigns; run a US$300 LinkedIn ad test; add PT/ES gigs.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2-4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Claude Pro, Loom, Carrd and Upwork Connects. The US$300 LinkedIn ad test is Month 3 and optional.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EIC Teardown Basic/Standard/Premium: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US$450 / US$600 / US$950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EIC Financial Plan Template Kit: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 (US$79 launch)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White-label teardown for consultancies: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EUR 350 each; 10 for EUR 3,000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45h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kill or shrink to referral feeder if under 4 paid orders or under US$60/h after fees. Scale at 8+ orders/mo or 2+ white-label partners.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Green Premium Pricing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B2B buyers pay green premiums but sellers can't justify them; CBAM makes carbon a cash line. No paid DIY kit found.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Mon-Fri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60-contact ICP list. Run 15 problem interviews (20 min) via warm network. Goal: 3+ pre-paid founding reviews.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lead magnet GP-00 Quick Check sheet plus a 2-page PDF on value-pool logic.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 Mon-Wed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GP-01 EVC/TCO calculator in Excel: TCO NPV, carbon value, compliance value, WTP split slider.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 Thu-Fri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Payhip (free, 5% fee) and PayPal; run US$1 test payout. Buy domain, build Carrd page, Kit 5-email welcome sequence.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GP-02 CBAM pass-through model. Launch on LinkedIn: 1 story post + 4 carousels. DM 60 prospects the Quick Check.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GP-03 WTP kit; package US$249 bundle and US$749 team licence. Productise async review with Tally intake.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Teardown Report #1 from public sources (~12 offers). Publish 4 SEO articles on green pricing and CBAM cost.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10-12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Teardown Club (US$29/mo). Run US$500 paid test: US$300 LinkedIn ads, US$200 Google Search on CBAM keywords.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domain (~US$12/yr), Carrd US$19/yr, Canva, Claude Pro. Defer US$500 ad test and Sales Navigator.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GP-01 Green Premium Value Calculator: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Kit bundle (GP-01..03 + extras):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US$249 single / US$749 team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Async Green Premium Pricing Review: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 (founding US$290)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$5.4k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95h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 at day 90 if &lt;150 subscribers, &lt;10 paid orders and zero reviews/licence talks; fold assets into other streams. Pivot at month 6 to reviews and licences if they sell.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 AIX Overlay: AI risk for DCF/LBO models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MFin skills fit a new valuation input: AI exposure. Deal buyers now walk away over AI impact; few tools price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Pull Anthropic Economic Index (CC-BY-4.0) and O*NET tables in pandas. Map NAICS niches to occupations.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Verify Lemon Squeezy PayPal payout to Brazil; open Wise Business or Payoneer. Write TOM interview guide, book 29 calls.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AIX Overlay v0.9 in Excel: 6 linked model cells, task map, exposure block, 3 scenarios. Run 10 interviews.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12-question Quick Score in Tally, Carrd page, 5-email Kit sequence. List all products in Lemon Squeezy.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cornerstone Searchfunder post with the free score. Offer 3 free Light memos for case studies and testimonials.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9-module course, publish 40 Atlas niche pages, pitch Acquiring Minds. Run US$500 ad test (Reddit, Google).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sell-side AI Resilience Report to 50 brokers. Re-price from interviews. Automate refresh in GitHub Actions.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PT/ES edition on Hotmart (R$497), publish Predictions Ledger, pitch licences to finance schools and MBA programmes.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Claude Pro US$20, Carrd US$19/yr, domain, Descript US$24 optional. Defer US$500 ad test to wk 8.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AIX Overlay for Excel: Individual: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 (Team US$449)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AIX Diligence Memo: Light: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US$1,500 (48h rush US$2,250)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Course: Pricing AI Risk into Valuations: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US$349 bundle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75h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 90 kill: under 10 template sales AND zero paid memos after 20 interviews and the US$500 test. Fold into model-templates. 3+ memo requests/month for 2 months = scale.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 Finance Course Affiliate Review Hub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Calebe has a real edge reviewing finance-career courses; 'vale a pena' searches have high buyer intent in PT-BR and EN.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Hotmart, Kiwify and Eduzz accounts; apply to Udemy, Wall Street Prep, BIWS and CFI affiliate programs.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Screen products: commission 40%+, hot temperature, clean sales page, good Reclame Aqui score.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Collect about 150 PT/EN queries in Keyword Planner and cluster into reviews, X-vs-Y and lists.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WordPress with Rank Math and Pretty Links. Build the free DCF template and a buyer-only bonus (Tally).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8 money pages (vale a pena reviews, best courses 2026, WSP vs BIWS vs CFI). Start a faceless YouTube channel.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Telegram and WhatsApp channels; publish 2 articles, 1 video, 3 Shorts weekly; answer questions on Reddit and Quora.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a max US$300 ads test to own review pages; review Hotmart src reports; drop products with refunds above 15%.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the 2 best sellers for higher commission and coupons; prepare Black Friday coupon page and countdown emails.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6-10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Hosting, domain, AI plan and ElevenLabs for about 2 months. The US$300 ad test is optional and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PT-BR finance courses (Hotmart/Kiwify):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30-60% of R$197-997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EN modeling programs (CFI, WSP, BIWS):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Commission UNKNOWN; about US$20-150/sale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Free Kit Analista (Telegram + email):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Free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70h setup · 10h/wk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6: kill new content if under 1,500 sessions/mo, under US$150 net and no page over US$0.05/visit. Scale if 3 pages earn over US$0.15/visit.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· Bootstrap: productise what Wave 1 taught you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Entry trigger: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4"/>
                </a:solidFill>
              </a:rPr>
              <a:t>Opens when Wave 1 nets US$2k+/month for 2 months in a row and the growth fund covers the wave's start capital.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Rule: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4"/>
                </a:solidFill>
              </a:rPr>
              <a:t>Build products from repeated client questions; each launch is paid from the fund, never from savings.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16 streams · capital at risk $7.0k if all launched · core first: AI-era pricing kit for pro firms, AI Spend FP&amp;A Kit, Pricing and Founder Finance Courses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at a glance (1/2): launch in this order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834640"/>
                <a:gridCol w="731520"/>
                <a:gridCol w="777240"/>
                <a:gridCol w="914400"/>
                <a:gridCol w="868680"/>
                <a:gridCol w="1417320"/>
                <a:gridCol w="868680"/>
                <a:gridCol w="22677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AI-era pricing kit for pro firms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110h setup · 10h/wk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Spend FP&amp;A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and Founder Finance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finance and pricing contracting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35h setup · 20h/wk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Lab: WTP and pricing calculators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weeks (pre-orders)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Reforma Tributaria pricing and cash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Scout + Founder Raise-Readiness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 Export Desk (EU-Mercosur)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automation 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Fixed-Fee Finance Deliverables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110h setup · 18h/wk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at a glance (2/2): launch in this order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834640"/>
                <a:gridCol w="731520"/>
                <a:gridCol w="777240"/>
                <a:gridCol w="914400"/>
                <a:gridCol w="868680"/>
                <a:gridCol w="1417320"/>
                <a:gridCol w="868680"/>
                <a:gridCol w="22677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 Finance Jobs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Brazil-Tax Calculator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Landed-Cost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print-on-demand: finance and travel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Hiring Cost Desk (EOR referrals)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pricing full-time PJ contract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140h setup · 40h/wk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2: what to watch, and what capital unlocks later (1/2)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AI-era pricing kit for pro firms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email subscribers and 1st workshop sold by month 4; 5,000 subscribers and 120 members by month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 at CPL under US$2, webinar sponsorship, and paid Kit/Skool tiers once membership passes 100.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Spend FP&amp;A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subscribers and 10 paid orders by Week 6; 1,500 subscribers by 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 Apps Script developer (US$30-50/h) for more connectors; LinkedIn and Reddit ads once upsells pay back.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and Founder Finance Courses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1 live by Wk 5, 8 listings by Wk 10; rating 4.4+ with 50 ratings and 500 subscribers by Month 3-4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ads on the free calculator; Maven cohort at US$995 rising to US$1,495.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finance and pricing contracting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proposals/week; 20% reply rate by week 6; 6% win rate by week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Connects, Contra Pro and a junior analyst at US$15-25/h to lift margin on fixed-price SKUs.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Lab: WTP and pricing calculators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white-label pre-orders by week 2; 1,500 monthly calculator visitors and 600 subscribers by month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US$500 ad tests on exact-match keywords, Supabase Pro and Plausible once paying users arrive.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Reforma Tributaria pricing and cash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interviews by 25 Oct 2026; 500 email leads and 60 paid buyers by Jan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CRC-registered accountant on revenue share for diagnostics, plus paid Meta/Google ads if CPL stays under R$10.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Scout + Founder Raise-Readiness Desk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founder calls/month by month 2; 3 paid Sprints/month and 5 scout seats by 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analyst at US$8-12/h to draft FULL models; Make/Claude API automation for readiness scoring.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 Export Desk (EU-Mercosur)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founding diagnostics paid (R$2,900) from 15 calls by Week 5; 300 checker emails by Month 3.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and LinkedIn ads (R$1,500 each), Apollo/Sales Navigator, part-time junior comex analyst at R$2,500-3,500/mo PJ.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2: what to watch, and what capital unlocks later (2/2)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automation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free template downloads and 500 subscribers by month 3; 10 paid orders by month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US$300-500 ad tests on proven SKUs, Zapier Pro for more platform versions, Descript for video output.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Fixed-Fee Finance Deliverables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listings live and 3 samples by Week 6; 8 orders and 6+ five-star reviews by Week 12.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analysts at US$25-40/h or US$250-500 per build lift capacity; Fiverr Promoted Gigs test US$210.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 Finance Jobs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verified listings by Wk 2; 2,000 subscribers and 3+ paid posts/mo by 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JBoard or Niceboard (from about US$249/mo) above US$2k/mo; commission recruiter-coordinator.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Brazil-Tax Calculator 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calculators live by Week 4; 3k organic sessions/month by Month 4; 15k by Month 6.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Ezoic/Mediavine ad upgrade when eligible, part-time VA at ~US$6-10/h for fee tables, Ahrefs Lite only if needed.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Landed-Cost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paid pre-sales in Wk 1; live on the App Store by Wk 8; 25+ paying stores by 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US$500-1,000/mo in App Store ads at CAC under US$150; part-time support contractor (about US$500/mo).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print-on-demand: finance and travel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live Etsy listings by week 6 (about Nov 20, 2026); 2%+ shop conversion by month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Etsy Ads, Printify Premium (~US$29), Flying Upload, and a Workana designer at US$5-10 per design variant.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Hiring Cost Desk (EOR referrals)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6 affiliate programs approved by Week 3; 20 EN money pages by Week 10; 300 emails by Month 3.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 test up to US$400 after calculator ranks; paid email and video tools; direct CPA deals with smaller EORs.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pricing full-time PJ 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qualifying applications and 200 notes plus 40 warm asks by end of week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Little. Capital is not the lever; negotiation and rate review are. Optional LinkedIn Premium.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AI-era pricing kit for pro firms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MBA/MFin pricing expertise fits a gap: only a third of firms repriced for AI; no cheap finance-grade fee calculators exist.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US/UK accounting firms. Save 50 pain quotes from r/Bookkeeping, r/taxpros and LinkedIn in Notion.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free AI Hours-Leak Calculator in Google Sheets plus 1-page PDF. Use it as the email lead magnet.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SKU A1 calculator in Excel/Sheets. Set up Lemon Squeezy or Polar, Carrd page and Kit; sell at US$49.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A1 Template Pack and 5-email welcome sequence in Kit. Open ME/Simples company with a contador and Wise.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on LinkedIn 3x/week, answer 5 Reddit questions/week, pitch 15 podcasts. Record 90-min masterclass (US$129 bundle).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A2 (law) and A3 (agency) calculators, 6 SEO landing pages. Run Meta/Reddit ad test capped at US$300-400.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course (US$197 launch). Offer 10 free fee teardowns, then sell the US$2,500 workshop to callers.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Pricing Room (US$39/mo) at 40+ buyers, PT-BR kit, white-label pitches, then Sprints (US$7.5-12k).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Descript ~US$24, Claude ~US$20, Carrd US$19/yr. Defer ads (US$400, wk 8) and Skool/Circle (~US$99).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A1 Accounting Fee Calculator: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 (bump: Template Pack US$29)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Bundle: calculator+templates+class: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US$129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Live Firm Pricing Workshop: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US$2,500 (5 partners); US$3,500 (6-15)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110h setup · 10h/wk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under 300 subscribers and under 15 sales = switch lead vertical to agencies. CPL above US$6 after 2 creative rounds = stop ads.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AI Spend FP&amp;A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AI token and seat spend is now a volatile COGS line; finance teams forecast it ad hoc, and 2027 budgeting is near. Fast, cheap build.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 30 pain quotes from Reddit and LinkedIn; DM 15 finance people at AI startups. Need 3 who would pay.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vendor price table (OpenAI, Anthropic, Gemini, Mistral, Bedrock, Azure) and the free AI Burn Check.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Core template: drivers, price table, 24-month 3-scenario forecast, actuals and variance bridge.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Pro connectors (Apps Script, OpenAI and Anthropic usage APIs); beta free with 5 finance people for testimonials.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Lemon Squeezy and Gumroad, a Carrd page and 5-email Kit welcome sequence plus post-purchase sequence.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with 5 LinkedIn posts in 10 days; post the free sheet on r/FPandA, Indie Hackers, Product Hunt and Eloquens.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the 6-module course (pre-sell at US$199); write 4 SEO pages; pitch 10 podcasts; productise the US$3,000 Sprint.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US$19/mo Unit Cost Monitor; translate Core to PT-BR with one contador hour and list on Hotmart.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About 2 months of Kit, AI plan, Carrd, domain, API tests. The US$500 ad test (Month 5)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Core / Pro template: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 / US$349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Spend FP&amp;A course: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US$399 (launch US$299)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Spend Setup Sprint: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US$3,000 fixed (US$5,000 with pricing)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 or downgrade to lead magnet if under 3 of 15 DMs would pay, under 10 orders in 30 days, or under US$1,000/mo net at Month 6. Scale at 3% conversion plus 1 sprint/mo.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Pricing and Founder Finance Courses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Sell the AI-pricing course as lead engine in EN/ES/PT; Udemy finds buyers, own store and Hotmart keep the margin.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Score 6 candidate courses x 3 languages on an attractiveness grid using Udemy search demand and competitors.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10 Trade-Off Method interviews: 8 AI/SaaS founders and PMs, 2 Brazilian analysts.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Udemy, Payhip/Lemon Squeezy, Hotmart, Kit, Payoneer. Build the free AI Token-Margin and Price Floor Calculator.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Course 1, AI &amp; Usage-Based Pricing (25-30 lectures). Build the US$197 Pro Kit with a 40-product teardown table.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Course 1. Send instructor coupons to the first 100 people to collect reviews; offer no review incentives.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WTP and Funding courses. Localise to PT/ES. Publish Valuation &amp; FP&amp;A on Hotmart at R$397 and on Udemy.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the US$297 bundle, US$199/yr All-Access, a 30% affiliate programme and a 7-email Kit welcome sequence.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12-Mo 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a US$300 PT Meta ad test; email 30 accelerators for team licences; run the defensive review in Month 4.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US$60 mic, about US$60-90/mo build tools, domain. The US$300 Meta ad test can wait until Week 12.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Pricing Pro Kit (own store):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US$197; team US$790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Founder Finance Bundle: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US$297 (PT R$897 Hotmart)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All-Access Annual: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US$199/yr; team US$149/seat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190h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 any SKU under 10 paid sales/mo after 90 days; kill PT ads if cost per lead over R$10. Scale: Pro Kit 15+ sales/mo launches a US$995 Maven cohort.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Senior finance and pricing contracting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Few freelancers hold MBA, MFin and AI pricing skills. UTC-3 overlaps US hours. Fastest route to USD cash and reviews.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Payoneer and Wise. Book a contador call on invoicing service exports as a PJ.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positioning brief (AI/SaaS pricing, investor-grade models). Build 3 portfolio pieces from public data.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3-4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Upwork profile (US$65/h) and 3 Project Catalog listings for SKUs 1-3. Add Contra, Braintrust, Catalant profiles.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Toptal Finance. Create expert profiles on GLG, AlphaSights, Guidepoint and Third Bridge.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3 Upwork proposals/day (120 words, jobs under 6h old). Message 40 warm contacts at launch prices US$700/US$1,200.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30 fractional CFO and boutique M&amp;A firms a white-label offer. Fill idle hours with Alignerr/Handshake, 8h/wk max.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3 five-star reviews raise rate to US$80/h, SKUs 15%. End each job with a next-90-days memo pitching the retainer.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Rate US$100/h at 8 reviews, 2 retainer conversions, US$120/h via Toptal or expert calls. Hire junior at US$15-25/h.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1-3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Upwork Plus ~US$20/mo, Connects ~US$20-60/mo (US$0.15 each), contador ~US$45-80. Contra Pro optional.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SKU 1: Investor-ready SaaS/AI model: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US$900 / US$1,500 / US$2,400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SKU 2: Usage-based pricing teardown: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US$1,800 / US$3,500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Fractional pricing and FP&amp;A retainer: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US$2,000/mo, rising to US$2,400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35h setup · 20h/wk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6: under 2 contracts and reply rate under 10% after 60 proposals = rewrite profile and pivot keywords. Under 2 wins after 120 = drop Upwork bidding.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Pricing Lab: WTP and pricing calculators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Software layer on his pricing and finance models: logins and an Excel add-in earn recurring per-seat fees and white-label licences.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Google, Reddit, AppSource per keyword. Launch Carrd pre-sale with Lemon Squeezy; target 3 white-label pre-orders.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TypeScript engine with Claude Code: Van Westendorp, Gabor-Granger, usage-based bill, LTV/CAC functions.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Next.js app on Cloudflare Pages with Supabase auth and CSV upload. Set up Lemon Squeezy tiers and licence webhook.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4 free SEO calculators (van westendorp, gabor granger, usage-based pricing, LTV CAC) with MailerLite capture.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Excel add-in MVP with yo office and submit to Microsoft AppSource. Add white-label logo and client workspaces.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 Product Hunt, Indie Hackers, LinkedIn. Weekly WTP teardown. Wk 10: US$300 Google plus US$200 LinkedIn ads.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PT/ES calculators (PTAX, export pricing). List on G2 and Capterra. Add annual-plan push email at day 25.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usage/credit simulator, quarterly WTP Benchmark (US$149), done-for-you calculators (US$1.5-3.5k), 1 free tool/mo.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1-3 weeks (pre-orders)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Claude/Cursor ~US$20, Carrd US$19/yr, domain US$12/yr; Supabase free until payers. Defer US$500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Lab Pro (web):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US$29/mo or US$249/yr per seat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Consultant/Agency white-label: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US$990/yr (3 seats)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Excel add-in: Pricing Functions: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US$79/yr per seat; team of 5 US$299/yr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130h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2: under 3 pre-orders and under 5 positive replies = free calculators only. Under 10 paying customers by day 90 or MRR under US$500 at month 6 = freeze.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 Reforma Tributaria pricing and cash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CBS starts Jan 2027 and split payment hits cash flow. PT fluency plus pricing and finance skills fit Brazilian SMEs and accountants.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LC 214/2025, Res. CGSN 186/2026 and Decreto 12.955/2026. Run TOM interviews with 12 accountants and 8 SME CFOs.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RT-PRC-01 repricing model (R$197) and RT-CXA-02 split-payment cash model (R$297) in Excel.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free Calculadora Preco 2027, Brevo form, 5-email PT sequence. Set up Hotmart products with 40% affiliates.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Soft launch to 20 interviewees: Kit Escritorio at R$147/mo for a testimonial. Target 5 licensees, 20 kit sales.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6-module PT course (~5 h). Post 6 YouTube videos. Pitch free webinars to CRC-SC, Sescon, ACATE, ACIF.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2 articles to contabeis.com.br and jornalcontabil.com.br. Run ads capped at R$2,500. Write EN VAT brief (US$490).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Diagnostico service via licensee accountants using Tally intake and a fixed 2-call script.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Monthly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Update models when rates change, run licensee webinar, and run the Simples vs Hibrido campaign each September.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4-5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Descript US$24, Claude US$20, Canva ~US$7, Carrd US$19/yr, R$300-500 accountant. Defer R$2,500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RT-KIT-03 bundle (repricing+cash):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R$397 (about US$74)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Kit Escritorio white-label licence: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R$197/mo (S) to R$497/mo (M)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Diagnostico Preco &amp; Caixa 2027: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R$3,500 per company (20% to accountant)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$3.3k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31 Dec 2026: under 30 paid sales and under 5 licensees = stop active work, keep passive. Kill ads if CPL above R$15 after R$300 per ad set.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VC Scout + Founder Raise-Readiness Desk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Brazil/LatAm founder access plus MBA/MFin models sells flat-fee raise prep now. Scout carry is a free long-shot add-on.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scout programs (Allied VC, SHL.vc, Republic, Zacua). Build Sprint templates: model, slides, valuation tab.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EN/PT sales page on Carrd with 3 Sprint SKUs. Open Wise Business and ask a contador about PF vs PJ billing.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Turn 10 anonymised analyses into LinkedIn posts (EN/PT). Build list of 150 Brazil/LatAm B2B SaaS/AI startups.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15 LinkedIn DMs/day offering a free 30-min readiness review; book 8 calls. Pitch Venture Cafe and ACATE for talks.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Close first 2 Sprints (LITE at US$600 for testimonials). Deliver with 1-page memo; submit fundable founders to scouts.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sample Deal Memo #0 with 8 companies. Email 60 EU/US seed funds a US$2,000/mo 3-month pilot. Add FAST templates.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Raise to LITE US$900, FULL US$2,500, PLUS US$4,500. Start free newsletter. Automate intake with Tally, Make, Claude.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Cut dead scout programs. Hire analyst at US$8-12/h for 10h/wk. Run quarterly Brazil B2B AI demo calls for funds.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Carrd US$19/yr, Claude US$20, Make ~US$10, contador ~US$55-110/mo. Defer analyst (US$350-500/mo) to month 5.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Raise-Ready Sprint FULL: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US$2,500 flat, 50% upfront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Fractional Investor-Readiness Advisor: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US$1,500/mo + 0.25-0.5% equity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Outsourced LatAm Scout Retainer: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US$2,000/mo (3-mo min)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45h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10: under 2 paid Sprints from 600+ DMs = drop founder services, keep scout seats plus fund pitch. Scale at 4+ Sprints/month or 1+ fund retainer.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SC Export Desk (EU-Mercosur)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EU-Mercosur provisional since May 2026 and US tariff pressure give Santa Catarina exporters urgent need for tariff, price and buyer analysis.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Verify live legal status first: EU-Mercosur tariff annex (EUR-Lex, Access2Markets) and current US tariff exemptions.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tariff dataset: parse EU schedule PDF to CSV (pdfplumber), map CN8 to NCM8, add ComexStat. Pick 3 SC NCM clusters.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free Tariff-Cut Checker (Sheet, Carrd, Tally gate). Build Python + Claude API NCM report generator; test 10 NCMs.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List NCM reports on Hotmart (BRL) and Payhip (USD). Write diagnostic one-pager and SOW. Build 300-firm SC lead list.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Pre-sell: 40 LinkedIn DMs and 100 PT cold emails; 5 founding diagnostics at R$2,900. Run 15 discovery calls.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workshop to 6 hosts (ACIJ, FIESC CIN, Sebrae-SC). Deliver founding diagnostics using a fixed template.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Productise buyer matching (EUR 2,500 + 2% success fee), lawyer-drafted. Launch US Tariff Exposure Review at US$1,500.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Tariff Tracker newsletter (R$49/mo) on n8n/Make. Run first workshops; sell diagnostic at R$3,900 for 14 days.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Claude, API, Workspace, Carrd, domain, Apollo US$49. Defer lawyer R$1,500-3,000 and ~US$560 ad test.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NCM Opportunity Report: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R$297 (~US$55) or US$69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Export Readiness Diagnostic: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R$4,900 (founding R$2,900)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EU Price Corridor Sprint: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EUR 1,900 (R$9,900 domestic)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$5.3k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$7.6k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95h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by wk 6 if &lt;2 paid founding diagnostics after 15 calls and 150 contacts: fold checker into green-export-value. Stop ads if CPL &gt;R$120.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 Finance ops automation templates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n8n/Make stores are full of lead-gen flows. Few templates come from FP&amp;A and pricing experience: close, cash forecast, margin alerts.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Self-host n8n CE on a Hetzner or Hostinger VPS (Docker, Caddy). Open Make, Zapier, QBO and Xero sandboxes.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Demand check: log 40 pain posts on invoices, reconciliation, cash forecast from r/n8n, r/FPandA, r/Bookkeeping.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FOA-01 Invoice Capture Kit in n8n, port to Make and Xero, write setup guide. Build 3 free lead-magnet templates.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Lemon Squeezy or Payhip store plus Carrd page. Launch on r/n8n and n8n forum; give Stripe reconciler away free.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FOA-02 Month-End Close, FOA-03 13-Week Cash Forecast, and FOA-04 Pricing &amp; Margin Alert Pack (signature product).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Vault bundle and Vault Pro (US$29/mo) with Discord. Post 1 faceless YouTube video/week and SEO pages per SKU.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PT-BR kits (NF-e into Omie/Conta Azul) on Hotmart at R$197. Run US$300-500 ad test on Reddit and Google.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5-6+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DM 50 fractional CFO firms: 14-day firm trial, 30% affiliate. Run Monday health-check flow; ship 1 template/month.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VPS US$5-15/mo, Make ~US$10.59, LLM API US$5-20, Carrd US$19/yr, domain US$12/yr. Defer Zapier,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FOA-04 Pricing &amp; Margin Alert Pack: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Finance Ops Automation Vault: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US$399 solo; US$799 firm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Done-for-you install: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US$750 per kit; US$2,000 Close+Cash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under 25 paid orders, under 300 subscribers and conversion under 0.7% = maintenance mode. Kill ads at CPA above US$120 after US$300.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2.10 Fixed-Fee Finance Deliverables Studio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LBO/DCF/CIM skills at IB standard beat generalist modellers (US$35-350) and AI scaffolds in the mid-ticket band.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0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 with a contador: invoice as PF (carne-leao) or open ME in Simples Nacional. Open Wise and Payoneer.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brand, buy domain (~US$12/yr), build Carrd site (US$19/yr). Log 20 live listings each on Upwork, Fiverr, Contra.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1-4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SaaS master model (3 statements, SAFE dilution, unit economics) in Excel. Clone marketplace, DTC, services.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3 watermarked public samples on fictional companies: SaaS model, ecommerce financials + teaser, 12-page CIM-lite.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Tally intake, scope docs and QA checklist per SKU. Run an AI-substitute test against your deliverable.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 live: Contra (0% commission), Fiverr (5 gigs x 3 packages), Upwork (4 Catalog projects). Send 5-8 proposals/day.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8-10 orders early, ask reviews, track hours in Toggl. Raise to list prices after 5+ reviews per platform.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5-10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 intake with Tally + Make (~US$10.59/mo). Add Model Upkeep US$350-600/mo. Hire 1-2 analysts at US$25-40/h.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domain, Carrd, Microsoft 365, Canva, Claude, Upwork Connects. Contador R$200-500/mo is extra.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SKU 0 Model Health Check: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US$300 launch, then US$450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SKU 1 Investor-ready 3-statement model: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US$900 / 1,600 / 2,800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SKU 3 Teaser + CIM-lite pack: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US$1,800 / US$3,500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110h setup · 18h/wk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Kill/shrink at day 90 live if &lt;3 paid orders, or &lt;US$35/h after fees on last 5 orders, or no US$900+ listing converted. Keep SKU 0 on Contra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2.11 LatAm Finance Jobs 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No board lists finance and pricing roles verified open to LatAm; one script feeds it and employers pay per post.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Buy the domain; set up WordPress with WP Job Manager, salary and LatAm-eligibility fields, 3 categories.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 Python fetcher for Greenhouse, Lever and Ashby job endpoints; seed 300 companies; run on GitHub Actions cron.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an LLM eligibility classifier; only "explicit" gets the Verified tag, "likely" goes to a 15 min/day manual queue.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Auto-publish 150 verified free listings with EN/PT/ES SEO pages. Launch the newsletter; set up Stripe links and Make.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value threads on r/FPandA; email 40 founders and CFOs to claim listings. Interview 10 hiring managers.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candidate pool with a graded modelling test. Send marquee employers an applicant report and the US$299 offer.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packs to 25 staffing firms. Launch the US$1,500 Vetted Shortlist to Featured buyers. Add US$29/US$79 cross-sells.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Sell newsletter sponsors past 2,000 subscribers; publish 2 salary data posts a month; run the Month 6 kill/scale review.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Domain, hosting and Claude API for early months; free tiers elsewhere. The US$300 ad test and Apollo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Standard / Featured Post: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 / US$299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Vetted Shortlist: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US$1,500 flat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Placement (contingent):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15% of year-1 comp, min US$4,000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60h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6: kill or shrink to a newsletter if paid posts under 3/mo, subscribers under 1,200 or median apply clicks under 15. Scale at 8+ posts/mo and a placement.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2.12 Pricing &amp; Brazil-Tax Calculator Sites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Calculators keep clicks that AI Overviews can't answer; you can build pricing, valuation and PJ tax/FX tools few content sites match.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Mon-Tue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Keyword triage: 300 seed keywords per site (Keyword Planner, Ahrefs free). Keep tool intent, KD under 20, weak SERPs.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Buy 2 domains. Scaffold Astro site on Cloudflare Pages. Add Search Console, Plausible, consent banner.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4 EN calculators: LLM API cost, usage vs seat simulator, SaaS valuation, LTV/CAC. Add 1,200-1,800 word explainers.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4 PT calculators: PJ x CLT, Fator R, USD receiving cost (BCB PTAX API), 'quanto cobrar em dólar'. Verify tax logic.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EN-01 and PT-01 in Sheets with Loom. Set up Lemon Squeezy and Hotmart/Kiwify. Add email capture and sequences.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affiliate programs (Wise, Payoneer, Deel) and AdSense. Launch on Show HN, Product Hunt, Indie Hackers.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Release embeddable calculators with do-follow links. Build comparison hubs from real fee data. Ship EN-02, EN-03.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Productise US$750 Pricing Teardown: Tally intake, Calendly, payment link, report template. Mo 5-6: US$300 max ad test.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2 domains, Claude Pro US$20, Plausible US$9, accountant review R$300-600. Ad test waits until month 5-6.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EN-01 Usage-Based Pricing Model: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US$79 (launch US$49)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PT-01 Planilha PJ Internacional: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R$97 (~US$18)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Teardown (fixed-scope service):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US$750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140h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if &lt;50k impressions/month and &lt;3 pages in top 20, stop adding pages and spend 4 weeks on links. Month 9: net &lt;US$500 and &lt;10k sessions, cut to 2 h/week.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2.13 Shopify Landed-Cost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Tariffs and de minimis changes make COGS move; Shopify holds one static cost, and landed cost, FX and margin are Calebe's home turf.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100+ Shopify forum and Reddit posts on landed cost; install the top 5 competing apps on a free dev store.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a Shopify Partner account (US$19 one-time) and create 2 development stores.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10 problem interviews; pre-sell founding plans at US$19/mo or US$190/yr. Go if 3 pre-sales or 8 written commitments.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Scaffold with Shopify CLI, Polaris, Neon. Build the PO cost-pool allocation engine and unit-cost write-back.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Billing API plans, a 14-day trial, GDPR webhooks; onboard pre-sale customers by hand and fix friction in 48 hours.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Submit the App Store listing with demo video. Publish a free calculator, 3 SEO articles and a US$49 Sheets template.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 r/shopify and Shopify Community after approval. Email the waitlist; ask active users for reviews.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Growth features (tariff simulator, margin alerts, FX); run a US$300 ads test; pitch brokers in Month 3-4.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US$19 Shopify fee, about 2 months of hosting, Claude Code/Cursor and domain. The US$300-600 ad test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Starter / Growth plans: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US$29/mo / US$79/mo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 plan: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US$199/mo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Done-for-you COGS cleanup: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US$1,500-3,000 one-off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220h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Wk 1: pivot if under 3 pre-sales and under 8 commitments. Month 6: maintenance mode if under 8 paying stores and activation under 25%. Scale at 25+ stores.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2.14 Niche print-on-demand: finance and travel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Two niches he can own: technically correct finance jokes and personalized countries-visited prints. Low capital, listings run passively.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Etsy shop (designed by seller, Printify/Printful disclosed). Set up Etsy Payments to a BR bank or Wise/Payoneer.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Research 15 seed keywords in eRank (under ~50k results). Write 60 finance jokes, 20 PT/ES phrases; check trademarks.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Design typography-first in Kittl or Canva Pro. Build map poster engine: Natural Earth SVG plus Python script.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Order 1 tee, 1 mug, 1 poster sample from Printify/Printful. Publish first 30 Etsy listings with 13 tags each.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30 more listings incl. EN/PT/ES posters; copy to Redbubble and TeePublic. Add 20 Christmas variants by Nov 10.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free Countries Visited Tracker lead magnet. Pin 5 pins/day on Pinterest. Rework listings under 40 views.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Make 5 variants of each winner (colour, product, language). Month 3: upload top 25 designs to Amazon Merch at US$19.99.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Price-test top mugs at US$19.95/22.95/24.95. Automate personalization alerts with Make. Decide scale or kill at month 6.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Design/keyword tools ~US$60-90/mo, Etsy listing fees ~US$20, samples. Defer Etsy Ads (US$90-150/mo).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Finance-insider mug (11oz/15oz):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US$19.95 / US$23.95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Personalized 'Countries Visited' poster: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US$12.95 digital; US$39-54 print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CFA / Finance Grad personalized mug/tee: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US$27.95 mug / US$32.95 tee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End Feb 2027: under 40 orders/month, Etsy Ads ROAS under 2 after US$300, or net under US$300 at month 6 = maintenance only. Scale at net US$800+ and 3% poster conversion.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2.15 Brazil Hiring Cost Desk (EOR referrals)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EOR bounties pay US$1,500 per Deel customer; generic comparison pages are vendor-owned. Calc plus Brazil cost data fills the gap.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affiliate programs: Deel, Remote, Oyster, Rippling, Wise, HubSpot.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Buy domain (~US$10/yr). Deploy Cloudflare Pages site with disclosure, methodology and About pages showing credentials.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Brazil cost engine in Google Sheets from primary PT sources: CLT, 13th, vacation, FGTS 8%, employer INSS.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Turn the Sheet into a web calculator (contractor / EOR / entity). Gate PDF by email. Add 'Get 3 EOR quotes' Tally form.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8 interviews. Publish 8 money pages (1,500-2,500 words) with calculator and dated price tables, plus PT hub.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US$79 Hiring Kit and US$39 add-on on Lemon Squeezy. Answer 15 Reddit/IH threads weekly. Reply to quotes in 24 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'Brazil Hiring Cost Index 2026', pitch 20 HR newsletters. Launch biweekly LatAm Hiring Brief newsletter.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12 more pages. Email 10 smaller EORs for CPA deals (US$500-1,000 anchor). Optional Google Ads test up to US$400.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6-10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domain, Claude Pro (shared), optional Plausible US$9. Months 4-12 add paid Kit/Beehiiv ~US$39, Descript.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Get 3 EOR quotes routing (free to buyer):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US$0; Deel US$500 SQL + US$1,000 won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Brazil Hiring Kit (Sheet + checklists):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US$79 (bump US$39)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Async Brazil hiring review: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Kill/pause at month 6 if &lt;2 credited SQLs and &lt;1,000 organic visits/mo; keep calculator as lead magnet, move 8 h/wk to async-reviews.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2.16 Senior pricing full-time PJ contract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Usage and AI pricing needs rare pricing-plus-margin skills. A US SaaS PJ contract hits the US$11.5k gross floor with one employer.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floor (US$11.5k), ask (US$13.5k), walk-away terms. Pull US comps from Levels.fyi and Glassdoor.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 ME/Simples CNPJ with a CNAE for consulting via Contabilizei or Agilize. Ask about Fator R and export treatment.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Rewrite LinkedIn for recruiters (UTC-3, usage and AI pricing). Publish proof piece: seat vs credit vs outcome sheet.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list of 80 target companies. Set daily alerts on LinkedIn, Himalayas, Wellfound, We Work Remotely, Google Alerts.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3-10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8-10 qualifying roles/week with a 4-sentence note to the hiring manager. Send 5 warm asks/week. Post weekly.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Prepare 30-60-90 plan and case framework. Offer 2-3 targets a 4-week paid pricing audit at US$4-6k as a bridge.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interview loops: state USD monthly range first. At offer, get USD invoices, client-paid Deel fees, 30-day notice.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1-6 on job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Invoice via Deel/Remote, withdraw to Wise, pay DAS and INSS. Ship one measured win by day 60; ask +10% at month 6.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 months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AI assistant US$20/mo, optional LinkedIn Premium ~US$30-40, accountant ~US$30-65/mo. Wise FX 0.5-1%.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Senior Pricing/Monetization Lead (PJ):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Ask US$13-14k/mo; floor US$11.5k gross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GTM/Strategic Finance Manager (PJ):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US$11.5-13k/mo gross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Fractional pricing lead bridge: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US$6-8k (2d/wk); US$8.5-10k (3d/wk)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$11.3k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140h setup · 40h/wk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no final round or only offers under US$9.5k gross = switch to fractional (2-3 days/wk at US$6-10k) plus own practice.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 · Reinvest: buy speed with profit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Entry trigger: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4"/>
                </a:solidFill>
              </a:rPr>
              <a:t>Opens when net income is US$5k+/month and the growth fund holds US$3k+.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Rule: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4"/>
                </a:solidFill>
              </a:rPr>
              <a:t>Spend on panels, ads tests, analysts and apps only after a paid pilot proves demand.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7 streams · capital at risk $6.5k if all launched · core first: Faceless Pricing &amp; Deal Math YouTube Channel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 at a glance: launch in this order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834640"/>
                <a:gridCol w="731520"/>
                <a:gridCol w="777240"/>
                <a:gridCol w="914400"/>
                <a:gridCol w="868680"/>
                <a:gridCol w="1417320"/>
                <a:gridCol w="868680"/>
                <a:gridCol w="22677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Faceless Pricing &amp; Deal Math YouTube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CBAM/EUDR Data Packs for Exporters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ROI Business Case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 LatAm SMEs: PT/ES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150h setup · 10h/wk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 Pricing &amp; Monetization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60h setup · 25h/wk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and SEC data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Valuation Framework Licensing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120h setup · 10h/wk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3: what to watch, and what capital unlocks later</a:t>
            </a:r>
            <a:endParaRPr lang="en-US" sz="2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Faceless Pricing &amp; Deal Math YouTube 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long-form videos by Week 12; thumbnail CTR &gt;=5% and 0.8% email opt-in by Month 3.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at US$25-50 per video frees time; YouTube ads beyond the US$300 test once cost per email is proven.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CBAM/EUDR Data Packs for Exporters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packs sold (one in EUR) by Month 3; 2 retainers by Month 6, 6 by Month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Brazilian junior environmental engineer (about BRL 5-7k/mo) for data intake; larger ad tests.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ROI Business Case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kit sales and 150 scorecard leads by Week 8; US$5,000+ net/month by Month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ads at a US$45 CAC ceiling per kit buyer; a second advisor batch.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 LatAm SMEs: PT/ES Courses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calls and 40 survey replies by Week 2; Meta CPL &lt;=R$5 by Week 4; 3%+ tripwire conversion by Week 5.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Meta budget 20% steps while tripwire+bump revenue covers 70%+ of ad cost; commission-only BDR for B2B workshops.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 Pricing &amp; Monetization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 paid Diagnostics by Week 8; 10+ warm intro calls by Week 4; 2.5%+ cold email reply rate by Week 8.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Brazilian analyst for data prep and model upkeep (month 9-12) lets you carry 6-8 clients; more outbound volume.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and SEC data 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 CADE extraction accuracy by week 2; 500 subscribers by week 8; 2,000 by 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Neon/Beehiiv/Apollo tiers and API spend at steady state; US$300 LinkedIn ad test on law-firm buyers.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Valuation Framework Licensing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pilot sessions with testimonials by Week 5; 2 paid institutional contracts by Week 10.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Conversation Ads test (cap US$500) after 2 testimonials; travel for in-person workshops (US$6-8k + travel).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Faceless Pricing &amp; Deal Math YouTube Channel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Narrow niche of worked-number AI/SaaS pricing teardowns with downloadable models; few rivals offer tools to operators.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Mon-Tue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Audit top 20 videos for each of 12 keywords. Log views, age, length, downloadable model. Draft 40 video ideas.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brand channel, Lemon Squeezy store and Kit page. Build the free AI Pricing Calculator sheet as lead magnet.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pipeline: script template (number hook, model on screen, CTA). Record your own voice on a ~US$50 USB mic with OBS.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videos 1-2 (10-14 min) with model links in the description. Cut 3 Shorts from each.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T1 at US$39/US$129 with T2 order bump (US$49). Load the 5-email sequence in Kit.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2 long-form videos + 4-6 Shorts per week. Script Mon, record Tue, edit Wed-Thu, schedule Fri.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6-module course C1. Pre-sell to the email list at US$249 before finishing module 6.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for YPP at 1,000 subs and 4,000 hours; file W-8BEN. Launch Vault month 5. Hire editor (US$25-50/video) month 6.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mic (~US$50), Canva ~US$15, Claude Pro US$20. Steady state adds editor at US$200-400/month from month 6.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T1 AI/SaaS Usage-Based Pricing Model: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US$39 personal / US$129 team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Course C1: Value Pricing for B2B &amp; AI: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US$249 launch / US$349 list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Teardown Vault membership: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US$15/mo or US$129/yr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70h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month 7 if &lt;1,000 subs, &lt;600 emails and revenue &lt;US$10 per 1k views. If C1 pre-sells &lt;5 at wk 10, move the course to the LinkedIn funnel.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CBAM/EUDR Data Packs for Exporters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Deadline-forced demand (CBAM 2026, EUDR 30 Dec); EUR-paid packs priced at 1-3% of the buyer's yearly CBAM gap.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Download the CBAM default-value acts, VSME standard and EUDR GeoJSON spec; extract Brazil rows for CN 72/73/76.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Cost-Gap Calculator (Sheets, Tally). Launch a 5-page EN/PT Carrd site; set up Payoneer/Wise and Gumroad.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and publish EUDR Geolocation Kit (T2) first, as EUDR applies 30 Dec. Write 4 SEO pages (EUDR, CBAM pig iron).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CBAM Workbook (T1) and VSME Pack (T3). Write D1/D3/D4 delivery SOPs with a not-verification disclaimer.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Contact 15 partners (CBAM software, GIS firms, Sebrae). Run a free PT webinar; offer D3 at EUR 1,500 to first 3 clients.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Message 40 CBAM/purchasing roles at Italian and German foundries (Sales Navigator trial); deliver the first D1 or D3.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the D2 clause memo template. Run a US$300 Google or LinkedIn ads test to the calculator.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Convert every delivered pack into an R1 retainer; list providers in a directory (US$49/mo featured); add Spanish pages.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$113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US$300 ad test, Carrd, domain, AI plan. Insurance (about US$50/mo) and Sales Navigator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Workbooks T1/T2/T3 (CBAM/EUDR/VSME):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 / US$79 / US$99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CBAM Verifier-Ready Data Pack (D1):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EUR 4,500 (+1,500 per route)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Carbon Data Desk retainer (R1):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EUR 650/mo (Lite EUR 300)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$6.4k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85h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kill or shrink to autopilot if under 2 paid packs and under 25 calculator leads. Scale if 2+ EUR D1s close: raise D1 to EUR 6,500, hire a junior engineer.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AI ROI Business Case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Budget season is Oct-Dec; SMEs lack CFO-grade AI ROI tools and Calebe's pricing, valuation and FP&amp;A skills fill the gap.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the value map and a 12-question Trade-Off Method interview guide; no Van Westendorp.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 10 twenty-minute interviews: 4 SME CFOs, 3 fractional CFOs, 3 owners. Source from LinkedIn, Venture Cafe, r/FPandA.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1-2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Solo model in Excel and Sheets: baseline, TCO, 4 benefit methods, NPV/IRR/payback, kill/scale gate, board summary.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3 filled examples, then Pro: 15-use-case register, tracker, 8-slide board deck. Build the free Tally scorecard.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Analyse interviews; set prices and fences. Open Lemon Squeezy (5% + US$0.50) and Hotmart; confirm Brazil payout route.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the 6-module, 90-minute course. Build a one-page Carrd site with sample PDF, pricing and credentials.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 LinkedIn and Reddit. Message 60 fractional CFOs offering a free 30-day Advisor trial. Publish 5 SEO guides.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US$400 ad test, deliver reviews, hit the Wk 12 gate, then launch the US$49/mo Tracker in months 4-5.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US$400 ad test plus Carrd, Loom and Make tools. Defer ads and Descript until the Wk 12 gate.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ROI Model Solo / Pro: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US$79 / US$149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Async Business-Case Review: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 (US$1,190 for 5)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Advisor Licence + Tracker: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US$399/yr; US$49/mo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$5.7k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75h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Wk 12: kill if under 15 kits and under 2 reviews and median switching point under US$40. Scale if over 30 kits/mo or review attach over 8%.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AI for LatAm SMEs: PT/ES Courses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PT/ES AI courses are generic prompt lists; a pricing-and-finance AI wedge from an MBA+MFin consultant is hard to copy.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Hotmart producer, Udemy instructor, MailerLite, Google Workspace accounts. Talk to a contador.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demand in Google Trends and YouTube for 30 keywords. Run 10 discovery calls and a Van Westendorp survey.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free lead-magnet Google Sheet (markup, margin, break-even, channel fees) + 25 tested prompts. Carrd, MailerLite.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5-lesson tripwire in OBS; sell at R$47 on Hotmart with order bump, 50% affiliation. Publish 6 faceless PT videos.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Meta Ads test: R$1,500 (~US$280) over 10 days, 3 creatives, sending Brazil 25-55 to the free kit.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core playbook (6 modules, ~35 lessons) and template vault: Custom GPT instructions, n8n/Make blueprints.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core at R$297 with 6-email sequence and a live webinar. Add Clube upsell and R$37 vertical pack bump.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Spanish track: translate, re-voice with ElevenLabs, publish Udemy ES course 1. Pitch 60 B2B targets.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Meta ad test (~US$280) plus ~1 month of Claude, ElevenLabs, Canva, Workspace. Ads not in monthly cost.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Tripwire mini-course (Precificação IA):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R$47 (ES US$17)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Core 'IA na PME: Playbook de 30 Dias':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R$297 (ES US$67)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Clube IA &amp; Lucro (recurring):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R$47/mo or R$397/yr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150h setup · 10h/wk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if &lt;15 pre-buys of core at R$197 by wk 6 despite 1,000+ leads: test accounting-firm B2B wedge. Stop ads if month-6 net &lt;US$500 and CPL &gt;R$10.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Fractional Pricing &amp; Monetization Lead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Few people do both AI pricing design and the finance behind it; Seed-B AI startups need both. Likeliest route to US$10k+/month.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Mercor and consulting contracts for non-compete/IP clauses. Open Brazilian PJ (CNPJ) via accountant, plus Wise.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3 proof assets with no client data: AI Pricing Margin Calculator (Google Sheets), sample memo, sample board pack.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one-page site with 3 priced offers and Calendly. Apply on Fractional Jobs, GoFractional, Paro, Toptal, Contra.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300-company target list (Seed-B, raised in last 120 days, 15-150 staff). Message 60 warm contacts.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4+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20 trigger-based cold emails/day pitching the Diagnostic. Wk 4-6: email billing vendors (Metronome, Orb) for deals.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1-2 Diagnostics (US$1,500 founding price for a testimonial). Send Sprint proposal within 24 h of readout.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2-3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Sprint with WTP survey. Convert Sprint clients to retainers (US$4-7.5k/month), capped at 10 h/week.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Raise prices after 3 testimonials: Diagnostic US$3,500, Sprint US$12k, retainer from US$5k. Hire analyst month 9-12.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Workspace, Crunchbase ~US$49, cold-email tool ~US$37, LLM US$20 for ~2 months, plus accountant.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Pricing and Margin Diagnostic (async):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US$2,500 (test 1,500/2,500/3,500)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Usage-Based Pricing Sprint: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US$7,500-12,000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Fractional Head of Pricing retainer: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US$4,000-7,500/month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60h setup · 25h/wk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day 90 if no paid Diagnostic and &lt;8 qualified calls after 1,000+ emails. Test BRL Diagnostic and white-label to fractional CFOs first.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Brazil and SEC data products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CADE, CCEE/ONS and SEC data is free but unusable raw. Cleaned, alerting trackers sell to lawyers, energy funds and bankers.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domain, GitHub repo, Postgres (Neon/Supabase). Build daily CADE ingestion from DOU section 3 notices via INLABS.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Extract parties, counsel, deal type with a Claude Haiku-class model. Backfill 2012-2026. Build first League Table.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Radar CADE Weekly on Beehiiv (PT+EN). Ingest CCEE PLD and ONS curtailment. Build Evidence.dev dashboards.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Billing: Lemon Squeezy for USD/EUR, Stripe Brasil or Asaas for BRL/Pix. Open ME. Launch Brazil Power Monitor weekly.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SEC fairness-opinion comps from EDGAR; list 6 sector packs on Lemon Squeezy. Post free 30-deal sample on Kaggle.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300 competition/M&amp;A lawyers their league-table rank. Send 150 energy contacts a free plant curtailment snapshot.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Call each trial user and run 4 Van Westendorp questions. Offer annual prepay. Add same-day email and Slack alerts.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League Table quarterly, sell badges, add API/MCP server. Month 6: raise prices 20-30% if trial-to-paid &gt;30%.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6-10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Anthropic API US$20-60 for backfill, domains, ME opening R$1,000-2,000, accountant. Defer Apollo and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Radar CADE Pro: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US$149/mo or R$790/mo per seat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Radar CADE Firm: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US$590/mo or R$2,990/mo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SEC Fairness-Opinion Comps Pack: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 per sector pack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160h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12: a sub-product under 300 subscribers AND under 3 paying accounts after 300+ touches = kill it. Total net MRR under US$800 at month 6 = kill stream.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Pricing &amp; Valuation Framework Licensing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Accelerators, bootcamps and MBAs lack AI/usage-pricing teaching material; your consulting plus MBA/MFin gives a licensable toolkit.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Mon-Tue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flagship 'Pricing AI and Usage-Based Products'. Write module outline (value metric, EVC/WTP, packaging, rollout).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6 spreadsheet models with locked formulas, input tab, output chart, instructions tab. Test each on 3 scenarios.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~60-slide facilitator deck (3-hour and 8-session versions). Open Lemon Squeezy (US$149/490), Carrd page.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Message 40 named contacts (Hult Prize, Venture Cafe): offer a free 60-min guest session for feedback and a testimonial.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list of 300 accelerator contacts and 150 faculty. Send 4-email EN/PT/ES sequence, 30/day, from a warmed domain.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2 pilot sessions; collect NPS and 2 testimonials each. Run a free Maven Lightning Lesson in week 5.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Convert pilots with 3 options: Annual US$6,000, Cohort US$2,500, Founding Annual US$3,600 (14-day expiry).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3-4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Train-the-Trainer (founding US$800). Build 'Pricing Coach' GPT for licensees. Refresh quarterly for renewals.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8-10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~2 months of Sales Navigator (~US$99, months 1-3 only), Instantly ~US$37, Workspace, Claude, Carrd.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Value Pricing Toolkit, Personal / Team: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US$149 one-off / US$490 per year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Accelerator Cohort Licence: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US$2,500 per cohort; US$6,000/year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Live virtual workshop (half-day):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US$2,500-3,500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120h setup · 10h/wk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Kill/downgrade to self-serve at wk 12 if &lt;2 paid institutional contracts after 450 contacts and 2 pilots, or NPS &lt;30. Keep only the US$149 toolkit.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4 · Capital-backed: compounding assets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Entry trigger: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4"/>
                </a:solidFill>
              </a:rPr>
              <a:t>Opens when net income clears the US$10k floor for 3 months and the growth fund holds US$10k+.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Rule: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4"/>
                </a:solidFill>
              </a:rPr>
              <a:t>Cap any single bet at 25% of the fund; keep 6 months of personal costs untouched.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10 streams · capital at risk $19.9k if all launched · core first: B2B pricing research shop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4 at a glance: launch in this order</a:t>
            </a:r>
            <a:endParaRPr lang="en-US" sz="2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834640"/>
                <a:gridCol w="731520"/>
                <a:gridCol w="777240"/>
                <a:gridCol w="914400"/>
                <a:gridCol w="868680"/>
                <a:gridCol w="1417320"/>
                <a:gridCol w="868680"/>
                <a:gridCol w="22677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pricing research 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18h/wk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Service + Micro-Site Flipping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pricing expert matching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AI Automation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22h/wk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Deal &amp; FP&amp;A Back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25h/wk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Ad-fed investor model and valuation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95h setup · 18h/wk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Catarina Carbon Credit Brokerage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Article 4 Literacy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Innovation-incentive advisory (Lei do Bem)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6-9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Finance Talent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4: what to watch, and what capital unlocks later (1/2)</a:t>
            </a:r>
            <a:endParaRPr lang="en-US" sz="2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pricing research shop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discovery calls by week 6; 300 subscribers by week 8; first 3 paid studies by week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sample for larger studies and reports, a part-time analyst (R$4-6k/mo), and a second flagship report.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Service + Micro-Site Flipping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cumulative paid DD reports by Week 4; 6 reports/month and 500 Flip Ledger subscribers by Month 6.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flips of US$2-6k then US$5-15k assets funded by DD fees; Acquire.com Premium ~US$33/mo; part-time analyst US$8-12/h.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pricing expert matching desk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vetted experts by week 4; 10 paid Teardowns by week 6; 25%+ Teardown-to-Sprint conversion by month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ops assistant (US$600-900/mo), Google Ads on 7 intent keywords, Sales Navigator in recruiting months.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AI Automation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paid audits by Wk 8; 2% cold-email reply rate by Wk 6; audit-to-build conversion 40% by Month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Brazilian n8n developer (about US$600-2,000/mo) for builds; part-time Brazil SDR once partners reach 5.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Deal &amp; FP&amp;A Back Office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paid pilots by Week 8; 4+ booked calls/week by Week 6; US$3,000 MRR by Month 4.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analysts (R$6-8k/month PJ), a part-time designer, more warmed domains and Sales Navigator seats for outbound.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Ad-fed investor model and valuation desk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bench analysts approved by week 3; CPC US$10 or less by week 5; 4%+ click-to-lead by week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budget (steps of 30%/week once CAC is under US$600), more bench analysts, LinkedIn Lead Gen test capped at US$500.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Catarina Carbon Credit Brokerage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paid Integrity Screens by Wk 8, 1 DD memo by Wk 10, 1 signed mandate by Month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PT analyst (about BRL 3-4k/mo) for screens; travel and event fees for a second supply cluster.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Article 4 Literacy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signed partners and 8 paying companies by Month 3; 10 partners and 30 companies by 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Commission-based DACH sales rep; FR and IT dubbing; high-risk deployer track at EUR 25/seat.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4: what to watch, and what capital unlocks later (2/2)</a:t>
            </a:r>
            <a:endParaRPr lang="en-US" sz="2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Innovation-incentive advisory (Lei do Bem)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qualified accounts by week 3; 5 referral partners and 15 discovery calls by month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junior engineer or UFSC/UDESC intern (R$4-6k/mo) for technical reports, plus Sales Navigator and CRM.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Finance Talent Bridge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case tests completed by Week 3; 10 discovery calls by Week 6; 3%+ cold email reply rate.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Brazilian sourcer (BRL 3-5k/month or 10% of fees), Zapier automation ~US$20-30/month, more outbound seats.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B2B pricing research shop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AI vendors are moving to usage and credit pricing and need WTP data. Pricing skill plus stats fits fixed-fee studies and an annual report.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domain, Carrd page with 3 fixed-price offers. Build Van Westendorp and Gabor-Granger pipeline, Quarto template.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Tally survey templates. Open panel accounts (Prolific etc.), run US$150 pilot: target US$4 or less per complete.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Field a free N=200 AI Copilot WTP mini-benchmark (~US$600) as proof. Write SOW and DPA templates.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Stripe Payment Links, Wise Business, Lemon Squeezy. Build list of 300 Seed to Series B AI/SaaS firms in Apollo.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15 personalized emails/day citing their pricing page plus one benchmark chart. Offer founding Pulse at US$2,900.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3 studies, log hours, get case studies. Launch US$149 DIY kit. Pre-sell report sponsorship to 25 vendors.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Field report N=500 B2B buyers (US$2,500-6,000, sponsor-funded). Launch with gated summary, sponsor webinar, guest posts.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US$79/mo Benchmark Pro tracker, white-label for consultants, part-time analyst (R$4-6k/mo), second annual report.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Panel pilot US$150, free mini-benchmark ~US$600, tools US$150-230/mo. Report fieldwork is sponsor-funded.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Pricing Pulse: customer-list WTP study: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US$3,900 (founding US$2,900)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Monetization Sprint: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US$7,900 + panel at cost +15%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State of AI Pricing &amp; WTP 2027 report: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 / US$1,490 team; sponsor US$7,500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18h/wk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10: under 2 paid studies, under 150 subscribers and no sponsor interest = fold into consulting. First report under 20 licences and no sponsor = custom studies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DD Service + Micro-Site Flipping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US$1k can't buy a profitable site, but your valuation and pricing skills sold as DD work earn cash fast and fund micro-flips.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master valuation model in Google Sheets: intake, SDE normalisation, trend, 3-scenario DCF, multiples check.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sample report tearing down 2 live public Flippa listings with Similarweb free, Wayback Machine, Ahrefs free tools.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one-page site with 3 offers, Stripe Payment Links (US$290/490/1,490), Tally intake, Cal.com. Start newsletter.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the 2 teardowns to r/microsaas, r/EntrepreneurRideAlong, Indie Hackers. Quote-tweet new Flippa listings on X.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Comment on Flippa listings of US$5k-50k. Message 30 builders a week. Package model as US$49/US$99 template.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buy-box: price US$1k-8k, 12+ months revenue, profit US$80-400/mo. Screen 30 listings/week; make 1-2 offers/week.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Close first acquisition via Escrow.com with 14-day inspection and transition support. Fund it from DD revenue (US$2-6k).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10-14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Pricing uplift on asset #1: raise core SKU 20-40%, add Good/Better/Best tiers, order bump and post-purchase upsell.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2-4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Claude/ChatGPT US$20, Carrd US$19/yr. First flip (US$2-6k) is funded by DD fees. Contador is extra.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Micro-Deal DD Report: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 (launch US$290)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SaaS/App DD + Valuation Pack: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US$1,490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Pre-Exit Pricing Uplift: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US$1,500 flat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60h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 DD service if &lt;3 paid reports by wk 6 at both US$290 and US$490; niche down first. Kill flipping if no listing fits after 150 screened.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AI pricing expert matching desk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A narrow managed desk for AI/SaaS monetization fits his pricing niche: fixed-scope sprints, 15-20% take, about 4h per Sprint.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Define niche as AI/SaaS monetization. Write the 7-SKU menu as one-page scopes. Draft MSA and SOW templates.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US LLC (Stripe Atlas US$500 or doola), Mercury, Stripe Connect, Wise. Build one-page site and Airtable ops base.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Recruit 12-20 pricing experts via LinkedIn and Professional Pricing Society. Build free AI Pricing Benchmark (100+).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benchmark on LinkedIn and r/SaaS; message 150 warm contacts. Deliver Teardowns in 5 days with a Sprint proposal.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cold outbound: Apollo list of 1,000 AI/SaaS firms, 2 secondary domains, 3-email sequence over 10 days.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first matched Sprint: shortlist 3 experts, QA at day 5 and 10. Email Orb, Metronome, Lago, Stigg, Chargebee, Paddle.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 matching: Tally, Airtable, Claude API. Sell US$149 template pack. Launch Readiness Pack; US$500 Google Ads.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 kill/scale rule. Add retainer offer to every close-out. Month 4: pitch PE partners a US$25k portfolio diagnostic.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Stripe Atlas US$500 (or doola ~US$297), lawyer US$300-600, Framer, Airtable, Claude. Defer Apollo and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Pricing Teardown (entry):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 (US$290 first 10 buyers)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Monetization Sprint (matched):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US$7,500 fixed; desk keeps US$1,500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Fractional GTM/Pricing retainer: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US$4,000-8,000/mo; desk keeps 10%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12: under 2 matched Sprints AND under 15 qualified leads, or 2 of first 5 clients rate expert under 7/10 = fold into own consulting.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Finance Ops AI Automation Studio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Most automation agencies cannot price on CFO-grade ROI; Calebe sells fixed-price finance builds plus retainers from a low Brazilian cost base.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Wise Business and Stripe; ask a contador about an ME on Simples Nacional with export-of-services treatment.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Stand up n8n on a Hetzner VPS, plus Intuit and Xero developer sandboxes and the Anthropic API.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1-2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SKU A in the QBO sandbox: Gmail, PDF extraction, vendor match, GL mapping, bill creation; record Loom demos.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Sheets ROI calculator, Tally form and Carrd page; write audit, SKU A and B offers with a US$10k guarantee.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Upwork profile; send 5 proposals a day opening with a 3-line ROI estimate.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Scrape AP/AR job postings (Apify) for outbound; set up 3 domains and Instantly warm-up; message 40 warm contacts.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300 bookkeeping firms on white-label; run a WTP test on discovery calls; deliver first audits and close builds.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n8n monitoring and auto ROI reports for retainers; build SKU C and D only after a client pays; hold the Wk 10 gate.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Months 1-2 of Workspace inboxes, Instantly, Apify, VPS, Claude, Upwork. Descript and Sales Navigator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Automation ROI Audit: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US$490 (credited to build)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AP Inbox-to-Ledger Autopilot (SKU A):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US$2,500 setup + US$390/mo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White-label partner program: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US$1,500 + US$350/setup + US$120/mo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22h/wk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Wk 10: kill or go partner-only if under 2 paid audits after 2,500 emails and 60 proposals. Scale at 3+ Care retainers and 2 builds/mo for 2 months.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White-Label Deal &amp; FP&amp;A Back Office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Brokers, CAS practices and fractional-CFO firms sell CIMs and KPI packs they hate making; AI-assisted pipeline drafts in hours.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brand and domain. Set up Google Workspace, Stripe and a 1-page site listing 8 SKUs with fixed prices.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master templates: CIM (12 sections), 1-page teaser, SDE/EBITDA recast workbook, KPI pack. Use Word, Excel, Canva.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AI drafting pipeline: 60-question Tally intake, interview transcription, Claude prompts per CIM section.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KPI pack template on Fathom or Reach Reporting. Write white-label MSA with no-poach clause; lawyer ~US$300-600.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prospect list: 600 brokers (BizBuySell, IBBA; 8+ listings) and 400 fractional-CFO firms.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Start outbound: 25 LinkedIn notes/day, 40 cold emails/day from 3 secondary domains. Offer a free teaser rewrite.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Close 2 pilots: 1 broker CIM at US$1,950, 1 fractional CFO with 2 end clients on KPI packs. Deliver early.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3-4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Convert pilots to Broker Bundle US$3,500/mo. Hire first Brazilian analyst as PJ at R$6,000-8,000/month after paid test.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$1.6k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5-7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~US$300/mo tools (Sales Navigator, Instantly, Claude), lawyer US$300-600. Cost adds ~US$1,300 analyst.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CIM Standard (SDE/EBITDA recast):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US$2,900 / US$4,500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Broker Bundle subscription: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US$3,500/month, 3-month min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White-label Monthly KPI/FP&amp;A Pack: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US$650-1,200/month per client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25h/wk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wk 10 if &lt;2 paying clients after 1,500 touches, or month 6 MRR &lt;US$2,000 and CIM win rate &lt;10%. Pivot to brokers-only or FCFO/CPA-only first.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Ad-fed investor model and valuation desk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Founders face US$25-65/h freelancers or US$5-15k boutiques. A fixed US$1,900 pack built by a Brazilian bench fits MFin skills.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0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 1-hour paid consult with a Brazilian accountant on service-export CNPJ, Simples Anexo III/V and Fator 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domain, mailbox, Stripe or Wise invoicing. Build 3 master model templates (SaaS, marketplace, hardware).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one worked sample (fictional AI SaaS) and 8-page PDF preview. Launch landing page: model plus valuation, US$1,900.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Recruit analysts in Portuguese with a R$300 paid test (24-month model). Approve 3 passing 35+ of 40 QA checks. Sign PJ.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Notion/Make pipeline with 40-check QA. Launch Google Ads (3 ad groups; US/UK/IE/NL/DE). Answer Reddit questions.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packs: scope call, analyst build, QA at 50% and 100%, own assumptions memo. Read ad data at ~US$1,000.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upkeep retainer links (US$350/US$750). Email 40 fractional CFO firms with a wholesale partner sheet.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Promote a bench lead (R$1,500-2,500/mo), add 2 analysts, scale ads where CAC is under US$600, test LinkedIn Lead Gen.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5-7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Ads to gate 1 ~US$1,000 (cap US$1,800), bench tests ~US$340, contract review ~US$150-280, tools.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Investor Model + Valuation Pack: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US$1,900 fixed (+30% rush)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Model Upkeep retainer: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US$350/mo Essentials; US$750/mo Board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White-label bench seat: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30% off list (core pack US$1,330)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-$200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$10.7k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95h setup · 18h/wk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After US$1,000-1,200 ad spend: CPC above US$15, lead rate under 2%, or CAC above US$1,200 = kill ads. Month 6: under 6 packs sold = kill stream.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 Santa Catarina Carbon Credit Brokerage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Buyers want Brazilian removal supply but fear fraud; Calebe can screen integrity, model offtakes and earn success fees. Not passive.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Law 15.042, Puro.earth and Verra biochar rules; build a Brazil project database from the three registries.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Pull 12 months of buyers from cdr.fyi; list 60 non-Frontier buyers. Write the 20-question PT/EN red-flag checklist.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 1 hour with a Florianopolis lawyer on whether brokering needs CVM registration. Build a PT/EN Carrd site.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Contact 40 SC supply targets (sawmills, swine co-ops, landfills); visit Embrapa; launch the Brazil Carbon Supply Brief.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60 buyers offering a free snapshot and the US$2,500 DD memo. Deliver 2 Integrity Screens with a 10-year DCF.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Sign the first exclusive 12-month mandate at 8% success fee; build a data room; approach 15 buyers and 5 marketplaces.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US$29/mo newsletter tier and Gumroad models (US$149, US$99). Pitch SBCE Sprints to 20 SC industrial CFOs.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Negotiate the first offtake term sheet with the DD memo as closer; run the Month 6 kill/scale review.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Lawyer hour (US$280-750), Sales Navigator trial, Claude Pro, accountant, travel. Lemlist, DocuSign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Integrity Screen / Buyer DD Memo: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BRL 3,500 / US$2,500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Origination mandate success fee: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6-10% of contract; min US$5,000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Brazil Carbon Supply Brief: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US$29/mo; US$290/yr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6: kill if no mandate, under 2 paid memos/screens and no offtake LOI; keep the newsletter if 30+ payers. Kill at once if CVM registration is required.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EU AI Act Article 4 Literacy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EU SMEs must document staff AI literacy (enforceable since 2 Aug 2026); partners sell seats so Calebe does little direct selling.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Article 4, the Commission Q&amp;A and the Omnibus change. Buy and log 3 competitor courses to find gaps.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Script 4 role tracks in EN as 5-7 lessons of 3-4 minutes each, with Finance and Sales scenarios.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Produce EN video; dub to ES/PT/DE with native review. Build the Next.js/Supabase delivery app with PDF register.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Export SCORM 1.2 packages; test in SCORM Cloud. Open Paddle, ask about Brazil payouts. Build 4-language landing page.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Pilot free with 3 SMEs (Spain, Portugal, DACH). Build the partner kit with a 30% recurring referral link.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25 LinkedIn notes per weekday to DPOs and IT MSPs. List on OpenSesame; publish 8 SEO articles.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a US$300 Google Search test in ES and PT; kill any keyword with CPA over EUR 150 after 30 clicks.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Finance track and Evidence Pack upsell, automated renewal emails (day -45, -14, -3) and a public changelog page.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Two months of video, Sales Navigator, Vercel; US$300-500 native reviewers. The US$300 ad test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Starter Team (25 seats) / Business (100):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EUR 290/yr / EUR 790/yr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Partner white-label: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EUR 49/mo + EUR 4/seat/yr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SCORM licence / Evidence Pack: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EUR 990/yr / EUR 490 one-off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95h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kill or make the course a free lead magnet if under 3 paying partners and under 10 paying companies. Scale at 10+ partners by Month 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 Innovation-incentive advisory (Lei do Bem)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Santa Catarina Lucro Real firms leave Lei do Bem benefits unclaimed. Finance modelling plus success fees fit; clients pay BRL.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Study Lei 11.196/2005 (arts. 17-26), Decreto 5.798/2006, FORMP&amp;D guide. Build the benefit calculator in Sheets.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 Finep, BNDES, Inovacred, Embrapii, FAPESC lines and calendar. Set up CNPJ (Simples) with a contador.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PT diagnostic and FORMP&amp;D-style report templates. Launch one-page PT site with calculator and 3 SEO articles.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CRM list of 300 Lucro Real SC firms (CNAE 10-33 and 62, 100+ staff) from Casa dos Dados and Amanha 500 Maiores.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and visit 30 accounting and 10 tax law firms (15-20% referral fee). Send 20 CFO messages/day with an estimate.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free workshops to ACATE, ACIJ, ACIB, FIESC. Close first 3 diagnostics (2 weeks each); convert to full cycle.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2026 timesheets and cost centres with clients before 31 Dec. Sell a Finep/Inovacred or Embrapii project.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6-12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weekly PT SEO and monthly funding-call carousel. Invoice success fees after ECF/FORMP&amp;D (Jul 2027); hire junior.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6-9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Contract review R$1,500-3,000, contador R$300-500/mo, Claude US$20, Carrd. Defer Sales Navigator and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Diagnostico Lei do Bem + Fomento: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R$4,900 one-off (about US$900)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Lei do Bem full annual cycle: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10% of tax benefit; min R$25,000/yr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Finep/BNDES credit structuring: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R$4,000/mo (3 mo) + 1.5-2% of credit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70h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End Jan 2027: under 2 signed annual contracts and under 2 paid diagnostics after 300 accounts = sell diagnostics only via accountants. Kill if law cuts the benefit.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 Brazil Finance Talent Bridge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You can test LBO/DCF/FP&amp;A skills yourself; US buyers fear offshore analysts who can't model. Brazilian analysts cost 40-60% of US hires.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each referral program's terms in Airtable: Toptal, Braintrust, Turing, AI-training platforms (payout, rules).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case test: 45-min 3-statement, 30-min LBO, 15-min English memo. Add Tally form and scoring rubric.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US LLC (Doola or Stripe Atlas, ~US$500 one-time), Mercury bank account and Wise Business.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Carrd site. Seed supply: 50 LinkedIn requests/day to Brazilian analysts; post case test in 5 alumni groups.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Grade case tests (~20 min each). Do 15-min English screens with top 10. Send others to platform referral links.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300-contact client list (CFOs at PE-backed firms, 100 searchers). Send 3-email sequence. Message 40 warm contacts.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discovery calls. Close first contingent agreements at US$6,000 flat pilot price. Shortlist within 10 business days.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Productise staff aug: LLC invoices monthly in advance, pays analyst via Deel/Wise. Month 4: pitch 20 PE partners.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8-12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US LLC ~US$500 plus ~US$180-260/mo tools (Sales Navigator ~US$100, Apollo, Instantly).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Contingent placement finder fee: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20% of year-1 pay, min US$7,500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3697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Staff augmentation: embedded analyst: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US$32-45/hr billed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02736"/>
            <a:ext cx="3184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Modeling Case Test as a Service: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US$250 per candidate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68496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15384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44568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0060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70h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0749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day 90 if 0 signed mandates after 600 cold emails, 40 warm asks, 10+ calls. Pivot: sell case-test vetting to LatAm staffing firms or EORs.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gates: kill, hold or scale on dates (1/6)</a:t>
            </a:r>
            <a:endParaRPr lang="en-US" sz="28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771113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Deck, Model &amp; Pricing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day 90 if &lt;5 full-price orders after 300 touches and 12 posts. First pivot: drop deck reviews, keep model and pricing reviews.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Pricing Practice (B2B SaaS/AI)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90: kill or pivot if under 2 paid Diagnostics, under 10 qualified inbound talks and median impressions under 1,500. Scale at 3+ Diagnostics/mo twice.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Research 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90: downgrade to expert networks at 1 h/week if net under US$300/mo and effective pay under US$40/h. Scale at 2+ expert calls/mo.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Pricing &amp; Unit-Economics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wk 10 if &lt;20 paid sales and &lt;500 subscribers: fold APM-1 into model-templates. Scale if opt-in &gt;=25%, buyer rate &gt;=2.5%, cost/email &lt;US$4.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and pricing model template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90: SKUs under 0.5 sales/month stop promotion; catalog average under 0.5 = stop building, keep as lead magnet. Ad set CPA above 60% of net price = kill.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Expert-Network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drop to 1 h/week if under 2 calls/mo and under 6 invites/mo. Scale at 6+ calls/mo for 2 months: raise rates 15-25%.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Grant Financial Teardowns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kill or shrink to referral feeder if under 4 paid orders or under US$60/h after fees. Scale at 8+ orders/mo or 2+ white-label partners.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Premium Pricing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at day 90 if &lt;150 subscribers, &lt;10 paid orders and zero reviews/licence talks; fold assets into other streams. Pivot at month 6 to reviews and licences if they sell.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gates: kill, hold or scale on dates (2/6)</a:t>
            </a:r>
            <a:endParaRPr lang="en-US" sz="28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771113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AIX Overlay: AI risk for DCF/LBO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 kill: under 10 template sales AND zero paid memos after 20 interviews and the US$500 test. Fold into model-templates. 3+ memo requests/month for 2 months = scale.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Course Affiliate Review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6: kill new content if under 1,500 sessions/mo, under US$150 net and no page over US$0.05/visit. Scale if 3 pages earn over US$0.15/visit.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AI-era pricing kit for pro firms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under 300 subscribers and under 15 sales = switch lead vertical to agencies. CPL above US$6 after 2 creative rounds = stop ads.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Spend FP&amp;A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or downgrade to lead magnet if under 3 of 15 DMs would pay, under 10 orders in 30 days, or under US$1,000/mo net at Month 6. Scale at 3% conversion plus 1 sprint/mo.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and Founder Finance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any SKU under 10 paid sales/mo after 90 days; kill PT ads if cost per lead over R$10. Scale: Pro Kit 15+ sales/mo launches a US$995 Maven cohort.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finance and pricing contracting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6: under 2 contracts and reply rate under 10% after 60 proposals = rewrite profile and pivot keywords. Under 2 wins after 120 = drop Upwork bidding.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Lab: WTP and pricing calculators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2: under 3 pre-orders and under 5 positive replies = free calculators only. Under 10 paying customers by day 90 or MRR under US$500 at month 6 = freeze.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Reforma Tributaria pricing and cash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Dec 2026: under 30 paid sales and under 5 licensees = stop active work, keep passive. Kill ads if CPL above R$15 after R$300 per ad set.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gates: kill, hold or scale on dates (3/6)</a:t>
            </a:r>
            <a:endParaRPr lang="en-US" sz="28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771113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Scout + Founder Raise-Readiness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10: under 2 paid Sprints from 600+ DMs = drop founder services, keep scout seats plus fund pitch. Scale at 4+ Sprints/month or 1+ fund retainer.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 Export Desk (EU-Mercosur)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by wk 6 if &lt;2 paid founding diagnostics after 15 calls and 150 contacts: fold checker into green-export-value. Stop ads if CPL &gt;R$120.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automation 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under 25 paid orders, under 300 subscribers and conversion under 0.7% = maintenance mode. Kill ads at CPA above US$120 after US$300.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Fixed-Fee Finance Deliverables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Kill/shrink at day 90 live if &lt;3 paid orders, or &lt;US$35/h after fees on last 5 orders, or no US$900+ listing converted. Keep SKU 0 on Contra only.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 Finance Jobs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6: kill or shrink to a newsletter if paid posts under 3/mo, subscribers under 1,200 or median apply clicks under 15. Scale at 8+ posts/mo and a placement.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Brazil-Tax Calculator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if &lt;50k impressions/month and &lt;3 pages in top 20, stop adding pages and spend 4 weeks on links. Month 9: net &lt;US$500 and &lt;10k sessions, cut to 2 h/week.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Landed-Cost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1: pivot if under 3 pre-sales and under 8 commitments. Month 6: maintenance mode if under 8 paying stores and activation under 25%. Scale at 25+ stores.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print-on-demand: finance and travel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Feb 2027: under 40 orders/month, Etsy Ads ROAS under 2 after US$300, or net under US$300 at month 6 = maintenance only. Scale at net US$800+ and 3% poster conversion.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gates: kill, hold or scale on dates (4/6)</a:t>
            </a:r>
            <a:endParaRPr lang="en-US" sz="28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771113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Hiring Cost Desk (EOR referrals)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Kill/pause at month 6 if &lt;2 credited SQLs and &lt;1,000 organic visits/mo; keep calculator as lead magnet, move 8 h/wk to async-reviews.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pricing full-time PJ contract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no final round or only offers under US$9.5k gross = switch to fractional (2-3 days/wk at US$6-10k) plus own practice.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Faceless Pricing &amp; Deal Math YouTube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month 7 if &lt;1,000 subs, &lt;600 emails and revenue &lt;US$10 per 1k views. If C1 pre-sells &lt;5 at wk 10, move the course to the LinkedIn funnel.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CBAM/EUDR Data Packs for Exporters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kill or shrink to autopilot if under 2 paid packs and under 25 calculator leads. Scale if 2+ EUR D1s close: raise D1 to EUR 6,500, hire a junior engineer.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ROI Business Case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12: kill if under 15 kits and under 2 reviews and median switching point under US$40. Scale if over 30 kits/mo or review attach over 8%.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 LatAm SMEs: PT/ES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if &lt;15 pre-buys of core at R$197 by wk 6 despite 1,000+ leads: test accounting-firm B2B wedge. Stop ads if month-6 net &lt;US$500 and CPL &gt;R$10.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 Pricing &amp; Monetization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day 90 if no paid Diagnostic and &lt;8 qualified calls after 1,000+ emails. Test BRL Diagnostic and white-label to fractional CFOs first.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and SEC data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12: a sub-product under 300 subscribers AND under 3 paying accounts after 300+ touches = kill it. Total net MRR under US$800 at month 6 = kill stream.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gates: kill, hold or scale on dates (5/6)</a:t>
            </a:r>
            <a:endParaRPr lang="en-US" sz="28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771113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Valuation Framework Licensing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Kill/downgrade to self-serve at wk 12 if &lt;2 paid institutional contracts after 450 contacts and 2 pilots, or NPS &lt;30. Keep only the US$149 toolkit.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pricing research 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10: under 2 paid studies, under 150 subscribers and no sponsor interest = fold into consulting. First report under 20 licences and no sponsor = custom studies only.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Service + Micro-Site Flipping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DD service if &lt;3 paid reports by wk 6 at both US$290 and US$490; niche down first. Kill flipping if no listing fits after 150 screened.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pricing expert matching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12: under 2 matched Sprints AND under 15 qualified leads, or 2 of first 5 clients rate expert under 7/10 = fold into own consulting.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AI Automation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10: kill or go partner-only if under 2 paid audits after 2,500 emails and 60 proposals. Scale at 3+ Care retainers and 2 builds/mo for 2 months.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Deal &amp; FP&amp;A Back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wk 10 if &lt;2 paying clients after 1,500 touches, or month 6 MRR &lt;US$2,000 and CIM win rate &lt;10%. Pivot to brokers-only or FCFO/CPA-only first.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Ad-fed investor model and valuation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US$1,000-1,200 ad spend: CPC above US$15, lead rate under 2%, or CAC above US$1,200 = kill ads. Month 6: under 6 packs sold = kill stream.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Catarina Carbon Credit Brokerage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6: kill if no mandate, under 2 paid memos/screens and no offtake LOI; keep the newsletter if 30+ payers. Kill at once if CVM registration is required.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gates: kill, hold or scale on dates (6/6)</a:t>
            </a:r>
            <a:endParaRPr lang="en-US" sz="28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771113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Article 4 Literacy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kill or make the course a free lead magnet if under 3 paying partners and under 10 paying companies. Scale at 10+ partners by Month 6.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Innovation-incentive advisory (Lei do Bem)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Jan 2027: under 2 signed annual contracts and under 2 paid diagnostics after 300 accounts = sell diagnostics only via accountants. Kill if law cuts the benefit.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Finance Talent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day 90 if 0 signed mandates after 600 cold emails, 40 warm asks, 10+ calls. Pivot: sell case-test vetting to LatAm staffing firms or EORs.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break the plan, and the response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280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Payout to Wise from Brazil is unproven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261872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0" y="129844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US$1 test on Lemon Squeezy and Polar in week 1. If it fails, move checkout to Gumroad or Payhip before any launch.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677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Mercor contract may conflict with expert 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249424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286000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Mercor contract for conflict clauses on Day 2. Exclude confidential Mercor information from calls and screeners.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552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Conservative case misses the US$10k floor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3236976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327355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 is US$8.9k at month 24. If under US$3k/mo at the month-6 review, add one fractional-roles retainer; pause course-library.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334256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428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Streams may fail their kill gates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4224528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426110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Apply gates strictly: linkedin-pricing day 90, ai-product-pricing and survey-business week 10, pro-firm-pricing 31 Jan 2027.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321808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230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Buyer overlap inflates the income forecast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0" y="5212080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524865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figures are assumptions, cut 25% (40% strong case) for overlap. Base clears US$10k in month 10 (Aug 2027).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109441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Now: Send Dan a one-paragraph note proposing a 60-minute working session; propose the 90-day pilot.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1 · Mon 12 Oct: Open Wise USD/EUR. Open Lemon Squeezy and Polar; run a US$1 test buy on each to prove payout to Wise from Brazil. Rename LinkedIn. Set F5Bot alerts on pricing keywords.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2 · Tue 13 Oct: Apply to GLG, AlphaSights, Guidepoint and Third Bridge with 3 topic tags. Read the Mercor contract for conflict clauses first. Create the Respondent profile.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3 · Wed 14 Oct: Build the async-reviews page on Carrd with Lemon Squeezy checkout: Review US$490/US$990, Model US$590, Raise-Ready US$790, +50% rush. Write the Tally intake form.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4 · Thu 15 Oct: Publish LinkedIn teardown #1 (credit-margin math on a public AI pricing page). DM 20 seed-Series B AI founders: 3 founding Diagnostic slots.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5 · Fri 16 Oct: Build the free AI Burn Check in Google Sheets and gate it with a Kit page. Draft the post 'How to budget AI spend for 2027'.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enue Waves">
  <a:themeElements>
    <a:clrScheme name="Revenue Waves">
      <a:dk1>
        <a:srgbClr val="14211D"/>
      </a:dk1>
      <a:lt1>
        <a:srgbClr val="FFFFFF"/>
      </a:lt1>
      <a:dk2>
        <a:srgbClr val="0D6655"/>
      </a:dk2>
      <a:lt2>
        <a:srgbClr val="EEF3F1"/>
      </a:lt2>
      <a:accent1>
        <a:srgbClr val="0D6655"/>
      </a:accent1>
      <a:accent2>
        <a:srgbClr val="8A5A00"/>
      </a:accent2>
      <a:accent3>
        <a:srgbClr val="5CC2A8"/>
      </a:accent3>
      <a:accent4>
        <a:srgbClr val="C9D8D2"/>
      </a:accent4>
      <a:accent5>
        <a:srgbClr val="2F4A43"/>
      </a:accent5>
      <a:accent6>
        <a:srgbClr val="B84A2E"/>
      </a:accent6>
      <a:hlink>
        <a:srgbClr val="0D6655"/>
      </a:hlink>
      <a:folHlink>
        <a:srgbClr val="8A5A00"/>
      </a:folHlink>
    </a:clrScheme>
    <a:fontScheme name="Revenue Wav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Waves: From Zero Capital to Compounding Assets</dc:title>
  <dc:subject>PptxGenJS Presentation</dc:subject>
  <dc:creator>Calebe Garcia</dc:creator>
  <cp:lastModifiedBy>Calebe Garcia</cp:lastModifiedBy>
  <cp:revision>1</cp:revision>
  <dcterms:created xsi:type="dcterms:W3CDTF">2026-10-12T14:29:21Z</dcterms:created>
  <dcterms:modified xsi:type="dcterms:W3CDTF">2026-10-12T14:29:21Z</dcterms:modified>
</cp:coreProperties>
</file>